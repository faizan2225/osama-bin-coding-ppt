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04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9CC804-4F2E-4429-BFDB-865F6521898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AE6BE8E-B17D-4BD9-84D0-B6196622675D}">
      <dgm:prSet/>
      <dgm:spPr/>
      <dgm:t>
        <a:bodyPr/>
        <a:lstStyle/>
        <a:p>
          <a:r>
            <a:rPr lang="en-US"/>
            <a:t>University Talent Finder Platform</a:t>
          </a:r>
        </a:p>
      </dgm:t>
    </dgm:pt>
    <dgm:pt modelId="{FB4DF067-0D89-46E7-80F8-9841954DE688}" type="parTrans" cxnId="{AE1D5484-0B78-4946-A314-6A657903A1B6}">
      <dgm:prSet/>
      <dgm:spPr/>
      <dgm:t>
        <a:bodyPr/>
        <a:lstStyle/>
        <a:p>
          <a:endParaRPr lang="en-US"/>
        </a:p>
      </dgm:t>
    </dgm:pt>
    <dgm:pt modelId="{0DE3CFA3-3098-4C46-92CC-27248EAE51F3}" type="sibTrans" cxnId="{AE1D5484-0B78-4946-A314-6A657903A1B6}">
      <dgm:prSet/>
      <dgm:spPr/>
      <dgm:t>
        <a:bodyPr/>
        <a:lstStyle/>
        <a:p>
          <a:endParaRPr lang="en-US"/>
        </a:p>
      </dgm:t>
    </dgm:pt>
    <dgm:pt modelId="{FF575386-F087-4B2A-8B0D-8CFAB8B879E3}">
      <dgm:prSet/>
      <dgm:spPr/>
      <dgm:t>
        <a:bodyPr/>
        <a:lstStyle/>
        <a:p>
          <a:r>
            <a:rPr lang="en-US"/>
            <a:t>A role-based networking and opportunity discovery system for students.</a:t>
          </a:r>
        </a:p>
      </dgm:t>
    </dgm:pt>
    <dgm:pt modelId="{8A5A9527-3D4B-4B98-81B0-137E3F32CB61}" type="parTrans" cxnId="{67F15926-01CF-447B-8221-0C701EE391CA}">
      <dgm:prSet/>
      <dgm:spPr/>
      <dgm:t>
        <a:bodyPr/>
        <a:lstStyle/>
        <a:p>
          <a:endParaRPr lang="en-US"/>
        </a:p>
      </dgm:t>
    </dgm:pt>
    <dgm:pt modelId="{DC4B9054-4ABA-433F-A538-D91F3BC1363E}" type="sibTrans" cxnId="{67F15926-01CF-447B-8221-0C701EE391CA}">
      <dgm:prSet/>
      <dgm:spPr/>
      <dgm:t>
        <a:bodyPr/>
        <a:lstStyle/>
        <a:p>
          <a:endParaRPr lang="en-US"/>
        </a:p>
      </dgm:t>
    </dgm:pt>
    <dgm:pt modelId="{A6DAC2B2-20A6-4D9A-B084-791B6EF8FCAF}">
      <dgm:prSet/>
      <dgm:spPr/>
      <dgm:t>
        <a:bodyPr/>
        <a:lstStyle/>
        <a:p>
          <a:r>
            <a:rPr lang="en-US"/>
            <a:t>Ensures verified users, moderated content, and structured collaboration.</a:t>
          </a:r>
        </a:p>
      </dgm:t>
    </dgm:pt>
    <dgm:pt modelId="{E26E8424-4254-47C3-9365-A2FEC80C9326}" type="parTrans" cxnId="{00F8C3F5-2DB4-42C2-9AA8-873E03C6D7F0}">
      <dgm:prSet/>
      <dgm:spPr/>
      <dgm:t>
        <a:bodyPr/>
        <a:lstStyle/>
        <a:p>
          <a:endParaRPr lang="en-US"/>
        </a:p>
      </dgm:t>
    </dgm:pt>
    <dgm:pt modelId="{DBBE4FFD-A055-434A-92BC-43FB44A26689}" type="sibTrans" cxnId="{00F8C3F5-2DB4-42C2-9AA8-873E03C6D7F0}">
      <dgm:prSet/>
      <dgm:spPr/>
      <dgm:t>
        <a:bodyPr/>
        <a:lstStyle/>
        <a:p>
          <a:endParaRPr lang="en-US"/>
        </a:p>
      </dgm:t>
    </dgm:pt>
    <dgm:pt modelId="{893DCF51-A569-4A78-9479-8C633BB523B7}" type="pres">
      <dgm:prSet presAssocID="{2C9CC804-4F2E-4429-BFDB-865F65218987}" presName="root" presStyleCnt="0">
        <dgm:presLayoutVars>
          <dgm:dir/>
          <dgm:resizeHandles val="exact"/>
        </dgm:presLayoutVars>
      </dgm:prSet>
      <dgm:spPr/>
    </dgm:pt>
    <dgm:pt modelId="{F58CE1AD-931F-4039-BFD5-6146C023A923}" type="pres">
      <dgm:prSet presAssocID="{1AE6BE8E-B17D-4BD9-84D0-B6196622675D}" presName="compNode" presStyleCnt="0"/>
      <dgm:spPr/>
    </dgm:pt>
    <dgm:pt modelId="{E6ABD4E0-6140-4BA7-AA6D-6D9795415631}" type="pres">
      <dgm:prSet presAssocID="{1AE6BE8E-B17D-4BD9-84D0-B619662267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A807465-33F4-4666-A50B-E89AB376977B}" type="pres">
      <dgm:prSet presAssocID="{1AE6BE8E-B17D-4BD9-84D0-B6196622675D}" presName="spaceRect" presStyleCnt="0"/>
      <dgm:spPr/>
    </dgm:pt>
    <dgm:pt modelId="{4C4B213A-EBFD-47FD-BD8E-ABB7F6119C70}" type="pres">
      <dgm:prSet presAssocID="{1AE6BE8E-B17D-4BD9-84D0-B6196622675D}" presName="textRect" presStyleLbl="revTx" presStyleIdx="0" presStyleCnt="3">
        <dgm:presLayoutVars>
          <dgm:chMax val="1"/>
          <dgm:chPref val="1"/>
        </dgm:presLayoutVars>
      </dgm:prSet>
      <dgm:spPr/>
    </dgm:pt>
    <dgm:pt modelId="{E0FCC5E8-E1D0-4867-B639-B84E82535825}" type="pres">
      <dgm:prSet presAssocID="{0DE3CFA3-3098-4C46-92CC-27248EAE51F3}" presName="sibTrans" presStyleCnt="0"/>
      <dgm:spPr/>
    </dgm:pt>
    <dgm:pt modelId="{D03ACAA3-6055-49FC-B0F8-88D563313E93}" type="pres">
      <dgm:prSet presAssocID="{FF575386-F087-4B2A-8B0D-8CFAB8B879E3}" presName="compNode" presStyleCnt="0"/>
      <dgm:spPr/>
    </dgm:pt>
    <dgm:pt modelId="{2F2E6C88-06B0-4E17-9FCE-56162E338B5E}" type="pres">
      <dgm:prSet presAssocID="{FF575386-F087-4B2A-8B0D-8CFAB8B879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73CB2C2D-71D5-4A77-B609-416656D3F030}" type="pres">
      <dgm:prSet presAssocID="{FF575386-F087-4B2A-8B0D-8CFAB8B879E3}" presName="spaceRect" presStyleCnt="0"/>
      <dgm:spPr/>
    </dgm:pt>
    <dgm:pt modelId="{4C884BB9-3CA9-4C14-A0DD-842C4E180B34}" type="pres">
      <dgm:prSet presAssocID="{FF575386-F087-4B2A-8B0D-8CFAB8B879E3}" presName="textRect" presStyleLbl="revTx" presStyleIdx="1" presStyleCnt="3">
        <dgm:presLayoutVars>
          <dgm:chMax val="1"/>
          <dgm:chPref val="1"/>
        </dgm:presLayoutVars>
      </dgm:prSet>
      <dgm:spPr/>
    </dgm:pt>
    <dgm:pt modelId="{C6DDE852-DB68-478A-A120-9BF146A698AB}" type="pres">
      <dgm:prSet presAssocID="{DC4B9054-4ABA-433F-A538-D91F3BC1363E}" presName="sibTrans" presStyleCnt="0"/>
      <dgm:spPr/>
    </dgm:pt>
    <dgm:pt modelId="{375190AF-DFB0-4D5D-A64D-8E5E8A16E669}" type="pres">
      <dgm:prSet presAssocID="{A6DAC2B2-20A6-4D9A-B084-791B6EF8FCAF}" presName="compNode" presStyleCnt="0"/>
      <dgm:spPr/>
    </dgm:pt>
    <dgm:pt modelId="{829786D7-38D5-4EC3-9CD5-DC54E167F273}" type="pres">
      <dgm:prSet presAssocID="{A6DAC2B2-20A6-4D9A-B084-791B6EF8FC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472B25A-3A07-42B1-9C9A-C2C2A00C9EA1}" type="pres">
      <dgm:prSet presAssocID="{A6DAC2B2-20A6-4D9A-B084-791B6EF8FCAF}" presName="spaceRect" presStyleCnt="0"/>
      <dgm:spPr/>
    </dgm:pt>
    <dgm:pt modelId="{A68C4025-C6FB-48D0-9D6A-C5C13E04FC8E}" type="pres">
      <dgm:prSet presAssocID="{A6DAC2B2-20A6-4D9A-B084-791B6EF8FC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F15926-01CF-447B-8221-0C701EE391CA}" srcId="{2C9CC804-4F2E-4429-BFDB-865F65218987}" destId="{FF575386-F087-4B2A-8B0D-8CFAB8B879E3}" srcOrd="1" destOrd="0" parTransId="{8A5A9527-3D4B-4B98-81B0-137E3F32CB61}" sibTransId="{DC4B9054-4ABA-433F-A538-D91F3BC1363E}"/>
    <dgm:cxn modelId="{CDD3F03B-89CD-41A0-BB96-673C5F142A18}" type="presOf" srcId="{A6DAC2B2-20A6-4D9A-B084-791B6EF8FCAF}" destId="{A68C4025-C6FB-48D0-9D6A-C5C13E04FC8E}" srcOrd="0" destOrd="0" presId="urn:microsoft.com/office/officeart/2018/2/layout/IconLabelList"/>
    <dgm:cxn modelId="{359B474D-798E-4F1A-BEE9-7324BC5E4A9B}" type="presOf" srcId="{2C9CC804-4F2E-4429-BFDB-865F65218987}" destId="{893DCF51-A569-4A78-9479-8C633BB523B7}" srcOrd="0" destOrd="0" presId="urn:microsoft.com/office/officeart/2018/2/layout/IconLabelList"/>
    <dgm:cxn modelId="{AE1D5484-0B78-4946-A314-6A657903A1B6}" srcId="{2C9CC804-4F2E-4429-BFDB-865F65218987}" destId="{1AE6BE8E-B17D-4BD9-84D0-B6196622675D}" srcOrd="0" destOrd="0" parTransId="{FB4DF067-0D89-46E7-80F8-9841954DE688}" sibTransId="{0DE3CFA3-3098-4C46-92CC-27248EAE51F3}"/>
    <dgm:cxn modelId="{11582CA7-B90E-4207-91B5-FD9D53A12B27}" type="presOf" srcId="{FF575386-F087-4B2A-8B0D-8CFAB8B879E3}" destId="{4C884BB9-3CA9-4C14-A0DD-842C4E180B34}" srcOrd="0" destOrd="0" presId="urn:microsoft.com/office/officeart/2018/2/layout/IconLabelList"/>
    <dgm:cxn modelId="{4AEEDAD9-05BE-40A5-A491-D4905A0F4563}" type="presOf" srcId="{1AE6BE8E-B17D-4BD9-84D0-B6196622675D}" destId="{4C4B213A-EBFD-47FD-BD8E-ABB7F6119C70}" srcOrd="0" destOrd="0" presId="urn:microsoft.com/office/officeart/2018/2/layout/IconLabelList"/>
    <dgm:cxn modelId="{00F8C3F5-2DB4-42C2-9AA8-873E03C6D7F0}" srcId="{2C9CC804-4F2E-4429-BFDB-865F65218987}" destId="{A6DAC2B2-20A6-4D9A-B084-791B6EF8FCAF}" srcOrd="2" destOrd="0" parTransId="{E26E8424-4254-47C3-9365-A2FEC80C9326}" sibTransId="{DBBE4FFD-A055-434A-92BC-43FB44A26689}"/>
    <dgm:cxn modelId="{E5E96BDE-0480-4953-ACA8-08FC550BD7B3}" type="presParOf" srcId="{893DCF51-A569-4A78-9479-8C633BB523B7}" destId="{F58CE1AD-931F-4039-BFD5-6146C023A923}" srcOrd="0" destOrd="0" presId="urn:microsoft.com/office/officeart/2018/2/layout/IconLabelList"/>
    <dgm:cxn modelId="{9C4AB57A-0709-43CB-BE7A-AC81C277B15D}" type="presParOf" srcId="{F58CE1AD-931F-4039-BFD5-6146C023A923}" destId="{E6ABD4E0-6140-4BA7-AA6D-6D9795415631}" srcOrd="0" destOrd="0" presId="urn:microsoft.com/office/officeart/2018/2/layout/IconLabelList"/>
    <dgm:cxn modelId="{C8764312-4CA3-49F5-8F09-73CD47F1209F}" type="presParOf" srcId="{F58CE1AD-931F-4039-BFD5-6146C023A923}" destId="{BA807465-33F4-4666-A50B-E89AB376977B}" srcOrd="1" destOrd="0" presId="urn:microsoft.com/office/officeart/2018/2/layout/IconLabelList"/>
    <dgm:cxn modelId="{CC5B34CC-050D-413E-B771-40AAF8F20DAD}" type="presParOf" srcId="{F58CE1AD-931F-4039-BFD5-6146C023A923}" destId="{4C4B213A-EBFD-47FD-BD8E-ABB7F6119C70}" srcOrd="2" destOrd="0" presId="urn:microsoft.com/office/officeart/2018/2/layout/IconLabelList"/>
    <dgm:cxn modelId="{4241F1C8-7A43-49CE-8EC6-01AB64C873F7}" type="presParOf" srcId="{893DCF51-A569-4A78-9479-8C633BB523B7}" destId="{E0FCC5E8-E1D0-4867-B639-B84E82535825}" srcOrd="1" destOrd="0" presId="urn:microsoft.com/office/officeart/2018/2/layout/IconLabelList"/>
    <dgm:cxn modelId="{E9EC96DD-A50A-4B72-A635-E71AE2C08394}" type="presParOf" srcId="{893DCF51-A569-4A78-9479-8C633BB523B7}" destId="{D03ACAA3-6055-49FC-B0F8-88D563313E93}" srcOrd="2" destOrd="0" presId="urn:microsoft.com/office/officeart/2018/2/layout/IconLabelList"/>
    <dgm:cxn modelId="{6A60459C-F837-4929-8E37-EF71CD0C3527}" type="presParOf" srcId="{D03ACAA3-6055-49FC-B0F8-88D563313E93}" destId="{2F2E6C88-06B0-4E17-9FCE-56162E338B5E}" srcOrd="0" destOrd="0" presId="urn:microsoft.com/office/officeart/2018/2/layout/IconLabelList"/>
    <dgm:cxn modelId="{995A18E4-67F9-433F-8F93-F3DCE35CC795}" type="presParOf" srcId="{D03ACAA3-6055-49FC-B0F8-88D563313E93}" destId="{73CB2C2D-71D5-4A77-B609-416656D3F030}" srcOrd="1" destOrd="0" presId="urn:microsoft.com/office/officeart/2018/2/layout/IconLabelList"/>
    <dgm:cxn modelId="{13B4BA16-B933-4AC8-A770-F8FD675BB559}" type="presParOf" srcId="{D03ACAA3-6055-49FC-B0F8-88D563313E93}" destId="{4C884BB9-3CA9-4C14-A0DD-842C4E180B34}" srcOrd="2" destOrd="0" presId="urn:microsoft.com/office/officeart/2018/2/layout/IconLabelList"/>
    <dgm:cxn modelId="{B2BF9E09-755E-4B17-BF0E-76F923796750}" type="presParOf" srcId="{893DCF51-A569-4A78-9479-8C633BB523B7}" destId="{C6DDE852-DB68-478A-A120-9BF146A698AB}" srcOrd="3" destOrd="0" presId="urn:microsoft.com/office/officeart/2018/2/layout/IconLabelList"/>
    <dgm:cxn modelId="{CDBB1541-E6F0-44DB-B21D-E44ADCB72E67}" type="presParOf" srcId="{893DCF51-A569-4A78-9479-8C633BB523B7}" destId="{375190AF-DFB0-4D5D-A64D-8E5E8A16E669}" srcOrd="4" destOrd="0" presId="urn:microsoft.com/office/officeart/2018/2/layout/IconLabelList"/>
    <dgm:cxn modelId="{A581D2F0-E3A7-46E7-9354-949D3CBD2BA7}" type="presParOf" srcId="{375190AF-DFB0-4D5D-A64D-8E5E8A16E669}" destId="{829786D7-38D5-4EC3-9CD5-DC54E167F273}" srcOrd="0" destOrd="0" presId="urn:microsoft.com/office/officeart/2018/2/layout/IconLabelList"/>
    <dgm:cxn modelId="{1D8888AF-3F46-4776-AF6B-C92142FAB71B}" type="presParOf" srcId="{375190AF-DFB0-4D5D-A64D-8E5E8A16E669}" destId="{9472B25A-3A07-42B1-9C9A-C2C2A00C9EA1}" srcOrd="1" destOrd="0" presId="urn:microsoft.com/office/officeart/2018/2/layout/IconLabelList"/>
    <dgm:cxn modelId="{5EC56077-F69D-4C97-AE55-28C214B84696}" type="presParOf" srcId="{375190AF-DFB0-4D5D-A64D-8E5E8A16E669}" destId="{A68C4025-C6FB-48D0-9D6A-C5C13E04FC8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37D1CD-5272-4C38-92F8-43A0C463E0B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EEBD4-633B-4D66-BE03-9F8F24F27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Frontend: React + Tailwind CSS + Vite</a:t>
          </a:r>
        </a:p>
      </dgm:t>
    </dgm:pt>
    <dgm:pt modelId="{35F5E68F-A48C-4E2F-A6E9-B69B2DF857A7}" type="parTrans" cxnId="{D71F4711-0085-456F-8A91-EB04046C1A58}">
      <dgm:prSet/>
      <dgm:spPr/>
      <dgm:t>
        <a:bodyPr/>
        <a:lstStyle/>
        <a:p>
          <a:endParaRPr lang="en-US"/>
        </a:p>
      </dgm:t>
    </dgm:pt>
    <dgm:pt modelId="{FEA6D48D-ABAB-4718-AC7F-34F3FB847406}" type="sibTrans" cxnId="{D71F4711-0085-456F-8A91-EB04046C1A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D773B4-FFEA-436A-9B5F-F3F57FC365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Backend: Node.js + Express.js</a:t>
          </a:r>
        </a:p>
        <a:p>
          <a:pPr>
            <a:lnSpc>
              <a:spcPct val="100000"/>
            </a:lnSpc>
          </a:pPr>
          <a:r>
            <a:rPr lang="en-US" dirty="0"/>
            <a:t>Media: cloudinary</a:t>
          </a:r>
        </a:p>
      </dgm:t>
    </dgm:pt>
    <dgm:pt modelId="{2353A1B7-51A4-4DFF-B1C5-94C7B987A980}" type="parTrans" cxnId="{1B13B236-A7E5-4D9F-A4F9-272F61A10436}">
      <dgm:prSet/>
      <dgm:spPr/>
      <dgm:t>
        <a:bodyPr/>
        <a:lstStyle/>
        <a:p>
          <a:endParaRPr lang="en-US"/>
        </a:p>
      </dgm:t>
    </dgm:pt>
    <dgm:pt modelId="{CA3EDD33-40B8-40BE-B3F0-25064DD4C48F}" type="sibTrans" cxnId="{1B13B236-A7E5-4D9F-A4F9-272F61A104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099F3D-EE14-4091-83F5-DB5608799C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Database: MongoDB (Mongoose)</a:t>
          </a:r>
        </a:p>
      </dgm:t>
    </dgm:pt>
    <dgm:pt modelId="{11C00C76-CDC3-4111-99A2-3915ADC7723E}" type="parTrans" cxnId="{0E781EA2-27E9-490D-9E26-E7BBE0B0D7FB}">
      <dgm:prSet/>
      <dgm:spPr/>
      <dgm:t>
        <a:bodyPr/>
        <a:lstStyle/>
        <a:p>
          <a:endParaRPr lang="en-US"/>
        </a:p>
      </dgm:t>
    </dgm:pt>
    <dgm:pt modelId="{9D63CCE5-99DA-4A81-B458-E1B6E01F9241}" type="sibTrans" cxnId="{0E781EA2-27E9-490D-9E26-E7BBE0B0D7F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79C9AA-8691-4943-B57F-F9041913D3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Auth: JWT + Google OAuth + Nodemailer (OTP)</a:t>
          </a:r>
        </a:p>
      </dgm:t>
    </dgm:pt>
    <dgm:pt modelId="{AF8C17B4-4F09-42B1-BA5C-89C463EFAE7D}" type="parTrans" cxnId="{D6FB6777-A0C4-49DC-86E6-64E50AD8DA17}">
      <dgm:prSet/>
      <dgm:spPr/>
      <dgm:t>
        <a:bodyPr/>
        <a:lstStyle/>
        <a:p>
          <a:endParaRPr lang="en-US"/>
        </a:p>
      </dgm:t>
    </dgm:pt>
    <dgm:pt modelId="{16968995-D62E-4536-AB97-CABA8627D2B0}" type="sibTrans" cxnId="{D6FB6777-A0C4-49DC-86E6-64E50AD8DA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269A19-1606-4588-B7A8-667DB92810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Real-time: Socket.IO</a:t>
          </a:r>
        </a:p>
      </dgm:t>
    </dgm:pt>
    <dgm:pt modelId="{3CDF2E38-F1AB-48C4-8410-7638B211D869}" type="parTrans" cxnId="{836C5D34-AE2C-4C9B-BA4B-C739BBF56E1F}">
      <dgm:prSet/>
      <dgm:spPr/>
      <dgm:t>
        <a:bodyPr/>
        <a:lstStyle/>
        <a:p>
          <a:endParaRPr lang="en-US"/>
        </a:p>
      </dgm:t>
    </dgm:pt>
    <dgm:pt modelId="{5FE81FF9-EB2E-4BBA-BD66-B097692A18D0}" type="sibTrans" cxnId="{836C5D34-AE2C-4C9B-BA4B-C739BBF56E1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3B6968-605A-4A32-8F73-AB78F2500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Hosting: Vercel (Frontend) + Render (Backend)</a:t>
          </a:r>
        </a:p>
      </dgm:t>
    </dgm:pt>
    <dgm:pt modelId="{F9119B0F-C30E-4899-BA9B-8B35A0823C9A}" type="parTrans" cxnId="{6CB27362-FC85-4EAB-90B7-916F0EA36E91}">
      <dgm:prSet/>
      <dgm:spPr/>
      <dgm:t>
        <a:bodyPr/>
        <a:lstStyle/>
        <a:p>
          <a:endParaRPr lang="en-US"/>
        </a:p>
      </dgm:t>
    </dgm:pt>
    <dgm:pt modelId="{D47FFA9E-CAFF-495C-8BB4-9FB4AD11E042}" type="sibTrans" cxnId="{6CB27362-FC85-4EAB-90B7-916F0EA36E91}">
      <dgm:prSet/>
      <dgm:spPr/>
      <dgm:t>
        <a:bodyPr/>
        <a:lstStyle/>
        <a:p>
          <a:endParaRPr lang="en-US"/>
        </a:p>
      </dgm:t>
    </dgm:pt>
    <dgm:pt modelId="{64811AB2-A051-420F-9515-CC62EA5ACD6B}" type="pres">
      <dgm:prSet presAssocID="{D337D1CD-5272-4C38-92F8-43A0C463E0B5}" presName="root" presStyleCnt="0">
        <dgm:presLayoutVars>
          <dgm:dir/>
          <dgm:resizeHandles val="exact"/>
        </dgm:presLayoutVars>
      </dgm:prSet>
      <dgm:spPr/>
    </dgm:pt>
    <dgm:pt modelId="{44441284-6139-4BB8-B570-EED458B09817}" type="pres">
      <dgm:prSet presAssocID="{D337D1CD-5272-4C38-92F8-43A0C463E0B5}" presName="container" presStyleCnt="0">
        <dgm:presLayoutVars>
          <dgm:dir/>
          <dgm:resizeHandles val="exact"/>
        </dgm:presLayoutVars>
      </dgm:prSet>
      <dgm:spPr/>
    </dgm:pt>
    <dgm:pt modelId="{8AB08614-A1BA-4FD2-8A35-4E5C64D32901}" type="pres">
      <dgm:prSet presAssocID="{822EEBD4-633B-4D66-BE03-9F8F24F2796C}" presName="compNode" presStyleCnt="0"/>
      <dgm:spPr/>
    </dgm:pt>
    <dgm:pt modelId="{CA42951C-C1FB-4E60-ABFA-1C5F42382B63}" type="pres">
      <dgm:prSet presAssocID="{822EEBD4-633B-4D66-BE03-9F8F24F2796C}" presName="iconBgRect" presStyleLbl="bgShp" presStyleIdx="0" presStyleCnt="6"/>
      <dgm:spPr/>
    </dgm:pt>
    <dgm:pt modelId="{F591AB79-D7D4-48EA-99FE-0AA479B2E53A}" type="pres">
      <dgm:prSet presAssocID="{822EEBD4-633B-4D66-BE03-9F8F24F2796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CDA0283-B73F-4FCC-B898-43840E217504}" type="pres">
      <dgm:prSet presAssocID="{822EEBD4-633B-4D66-BE03-9F8F24F2796C}" presName="spaceRect" presStyleCnt="0"/>
      <dgm:spPr/>
    </dgm:pt>
    <dgm:pt modelId="{66C7955A-1E40-4649-A8E9-60379EAC78EA}" type="pres">
      <dgm:prSet presAssocID="{822EEBD4-633B-4D66-BE03-9F8F24F2796C}" presName="textRect" presStyleLbl="revTx" presStyleIdx="0" presStyleCnt="6">
        <dgm:presLayoutVars>
          <dgm:chMax val="1"/>
          <dgm:chPref val="1"/>
        </dgm:presLayoutVars>
      </dgm:prSet>
      <dgm:spPr/>
    </dgm:pt>
    <dgm:pt modelId="{173EFB71-97BD-47A1-A1E0-D66349850D1C}" type="pres">
      <dgm:prSet presAssocID="{FEA6D48D-ABAB-4718-AC7F-34F3FB847406}" presName="sibTrans" presStyleLbl="sibTrans2D1" presStyleIdx="0" presStyleCnt="0"/>
      <dgm:spPr/>
    </dgm:pt>
    <dgm:pt modelId="{742F8D52-8558-429A-8042-EF7C5BD80E5F}" type="pres">
      <dgm:prSet presAssocID="{59D773B4-FFEA-436A-9B5F-F3F57FC36592}" presName="compNode" presStyleCnt="0"/>
      <dgm:spPr/>
    </dgm:pt>
    <dgm:pt modelId="{060FCCC1-E9D0-4517-988C-EA82667D781D}" type="pres">
      <dgm:prSet presAssocID="{59D773B4-FFEA-436A-9B5F-F3F57FC36592}" presName="iconBgRect" presStyleLbl="bgShp" presStyleIdx="1" presStyleCnt="6"/>
      <dgm:spPr/>
    </dgm:pt>
    <dgm:pt modelId="{1895AB75-63F5-4BBC-B267-1A981BF4EB80}" type="pres">
      <dgm:prSet presAssocID="{59D773B4-FFEA-436A-9B5F-F3F57FC3659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1461D43-12E6-43D6-BA93-C43A89AC8072}" type="pres">
      <dgm:prSet presAssocID="{59D773B4-FFEA-436A-9B5F-F3F57FC36592}" presName="spaceRect" presStyleCnt="0"/>
      <dgm:spPr/>
    </dgm:pt>
    <dgm:pt modelId="{F58E902A-3499-4DBD-80BF-64B14610A556}" type="pres">
      <dgm:prSet presAssocID="{59D773B4-FFEA-436A-9B5F-F3F57FC36592}" presName="textRect" presStyleLbl="revTx" presStyleIdx="1" presStyleCnt="6">
        <dgm:presLayoutVars>
          <dgm:chMax val="1"/>
          <dgm:chPref val="1"/>
        </dgm:presLayoutVars>
      </dgm:prSet>
      <dgm:spPr/>
    </dgm:pt>
    <dgm:pt modelId="{8160B481-FF96-4955-A493-9BC5CD7A64F3}" type="pres">
      <dgm:prSet presAssocID="{CA3EDD33-40B8-40BE-B3F0-25064DD4C48F}" presName="sibTrans" presStyleLbl="sibTrans2D1" presStyleIdx="0" presStyleCnt="0"/>
      <dgm:spPr/>
    </dgm:pt>
    <dgm:pt modelId="{8B7E81E2-C5B3-491A-A4C7-C0D1EA5191C7}" type="pres">
      <dgm:prSet presAssocID="{C8099F3D-EE14-4091-83F5-DB5608799CCB}" presName="compNode" presStyleCnt="0"/>
      <dgm:spPr/>
    </dgm:pt>
    <dgm:pt modelId="{B390151D-FE49-4DE2-A57B-940FBE4EC0C5}" type="pres">
      <dgm:prSet presAssocID="{C8099F3D-EE14-4091-83F5-DB5608799CCB}" presName="iconBgRect" presStyleLbl="bgShp" presStyleIdx="2" presStyleCnt="6"/>
      <dgm:spPr/>
    </dgm:pt>
    <dgm:pt modelId="{EFFD1C90-6161-4D38-8994-AFDDE6E61DA7}" type="pres">
      <dgm:prSet presAssocID="{C8099F3D-EE14-4091-83F5-DB5608799CC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57A4D54-1C98-4328-9042-71838D04532E}" type="pres">
      <dgm:prSet presAssocID="{C8099F3D-EE14-4091-83F5-DB5608799CCB}" presName="spaceRect" presStyleCnt="0"/>
      <dgm:spPr/>
    </dgm:pt>
    <dgm:pt modelId="{3E481D84-57E0-409C-9ACC-5A30EBF20A84}" type="pres">
      <dgm:prSet presAssocID="{C8099F3D-EE14-4091-83F5-DB5608799CCB}" presName="textRect" presStyleLbl="revTx" presStyleIdx="2" presStyleCnt="6">
        <dgm:presLayoutVars>
          <dgm:chMax val="1"/>
          <dgm:chPref val="1"/>
        </dgm:presLayoutVars>
      </dgm:prSet>
      <dgm:spPr/>
    </dgm:pt>
    <dgm:pt modelId="{3A14C56C-C8B7-4980-B1C3-A2F446F89FEA}" type="pres">
      <dgm:prSet presAssocID="{9D63CCE5-99DA-4A81-B458-E1B6E01F9241}" presName="sibTrans" presStyleLbl="sibTrans2D1" presStyleIdx="0" presStyleCnt="0"/>
      <dgm:spPr/>
    </dgm:pt>
    <dgm:pt modelId="{A9E96FC5-4EA8-40EA-9BE6-510FCE1D7C4F}" type="pres">
      <dgm:prSet presAssocID="{A479C9AA-8691-4943-B57F-F9041913D3D5}" presName="compNode" presStyleCnt="0"/>
      <dgm:spPr/>
    </dgm:pt>
    <dgm:pt modelId="{C6F55AD0-7E02-469E-8E17-E24A33B2A808}" type="pres">
      <dgm:prSet presAssocID="{A479C9AA-8691-4943-B57F-F9041913D3D5}" presName="iconBgRect" presStyleLbl="bgShp" presStyleIdx="3" presStyleCnt="6"/>
      <dgm:spPr/>
    </dgm:pt>
    <dgm:pt modelId="{73E6F4BA-E606-43EB-A281-620D5D29FB0F}" type="pres">
      <dgm:prSet presAssocID="{A479C9AA-8691-4943-B57F-F9041913D3D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380877E-41EC-44E1-A8DF-E10249290C10}" type="pres">
      <dgm:prSet presAssocID="{A479C9AA-8691-4943-B57F-F9041913D3D5}" presName="spaceRect" presStyleCnt="0"/>
      <dgm:spPr/>
    </dgm:pt>
    <dgm:pt modelId="{93802C8E-F946-47AC-A151-25F5A6604552}" type="pres">
      <dgm:prSet presAssocID="{A479C9AA-8691-4943-B57F-F9041913D3D5}" presName="textRect" presStyleLbl="revTx" presStyleIdx="3" presStyleCnt="6">
        <dgm:presLayoutVars>
          <dgm:chMax val="1"/>
          <dgm:chPref val="1"/>
        </dgm:presLayoutVars>
      </dgm:prSet>
      <dgm:spPr/>
    </dgm:pt>
    <dgm:pt modelId="{0F1EF804-2561-48DC-B20B-F2A3DF0A1C92}" type="pres">
      <dgm:prSet presAssocID="{16968995-D62E-4536-AB97-CABA8627D2B0}" presName="sibTrans" presStyleLbl="sibTrans2D1" presStyleIdx="0" presStyleCnt="0"/>
      <dgm:spPr/>
    </dgm:pt>
    <dgm:pt modelId="{C726F5ED-1D5E-4D46-852B-36A1D971D157}" type="pres">
      <dgm:prSet presAssocID="{E3269A19-1606-4588-B7A8-667DB92810E2}" presName="compNode" presStyleCnt="0"/>
      <dgm:spPr/>
    </dgm:pt>
    <dgm:pt modelId="{9D333F26-2FCF-469A-94D3-674624A9718A}" type="pres">
      <dgm:prSet presAssocID="{E3269A19-1606-4588-B7A8-667DB92810E2}" presName="iconBgRect" presStyleLbl="bgShp" presStyleIdx="4" presStyleCnt="6"/>
      <dgm:spPr/>
    </dgm:pt>
    <dgm:pt modelId="{B27FB952-7DCC-46D0-86B2-BDB4E48BB7A1}" type="pres">
      <dgm:prSet presAssocID="{E3269A19-1606-4588-B7A8-667DB92810E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27CC7F93-02DD-41C6-8682-2FF2C7A65063}" type="pres">
      <dgm:prSet presAssocID="{E3269A19-1606-4588-B7A8-667DB92810E2}" presName="spaceRect" presStyleCnt="0"/>
      <dgm:spPr/>
    </dgm:pt>
    <dgm:pt modelId="{3D68BC3D-AE8C-4C17-85E1-34B1F3BA4C64}" type="pres">
      <dgm:prSet presAssocID="{E3269A19-1606-4588-B7A8-667DB92810E2}" presName="textRect" presStyleLbl="revTx" presStyleIdx="4" presStyleCnt="6">
        <dgm:presLayoutVars>
          <dgm:chMax val="1"/>
          <dgm:chPref val="1"/>
        </dgm:presLayoutVars>
      </dgm:prSet>
      <dgm:spPr/>
    </dgm:pt>
    <dgm:pt modelId="{9288BAD2-9B6A-4551-90F7-C71D9651F057}" type="pres">
      <dgm:prSet presAssocID="{5FE81FF9-EB2E-4BBA-BD66-B097692A18D0}" presName="sibTrans" presStyleLbl="sibTrans2D1" presStyleIdx="0" presStyleCnt="0"/>
      <dgm:spPr/>
    </dgm:pt>
    <dgm:pt modelId="{23E6AA03-9F06-4C35-B742-F70A8107BB21}" type="pres">
      <dgm:prSet presAssocID="{E03B6968-605A-4A32-8F73-AB78F25004CB}" presName="compNode" presStyleCnt="0"/>
      <dgm:spPr/>
    </dgm:pt>
    <dgm:pt modelId="{A65A6587-9440-4AD8-8B06-7DE67B5381AA}" type="pres">
      <dgm:prSet presAssocID="{E03B6968-605A-4A32-8F73-AB78F25004CB}" presName="iconBgRect" presStyleLbl="bgShp" presStyleIdx="5" presStyleCnt="6"/>
      <dgm:spPr/>
    </dgm:pt>
    <dgm:pt modelId="{BA024EA3-8210-411A-B0B7-91B5DE3DCA30}" type="pres">
      <dgm:prSet presAssocID="{E03B6968-605A-4A32-8F73-AB78F25004C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5AD01ED-28D5-4887-9764-4C7A1B778ED8}" type="pres">
      <dgm:prSet presAssocID="{E03B6968-605A-4A32-8F73-AB78F25004CB}" presName="spaceRect" presStyleCnt="0"/>
      <dgm:spPr/>
    </dgm:pt>
    <dgm:pt modelId="{53A47686-40D6-4DB2-B21A-B20AE9F7664F}" type="pres">
      <dgm:prSet presAssocID="{E03B6968-605A-4A32-8F73-AB78F25004C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EA2380B-2684-4C3D-865F-84806FA27FBB}" type="presOf" srcId="{822EEBD4-633B-4D66-BE03-9F8F24F2796C}" destId="{66C7955A-1E40-4649-A8E9-60379EAC78EA}" srcOrd="0" destOrd="0" presId="urn:microsoft.com/office/officeart/2018/2/layout/IconCircleList"/>
    <dgm:cxn modelId="{D71F4711-0085-456F-8A91-EB04046C1A58}" srcId="{D337D1CD-5272-4C38-92F8-43A0C463E0B5}" destId="{822EEBD4-633B-4D66-BE03-9F8F24F2796C}" srcOrd="0" destOrd="0" parTransId="{35F5E68F-A48C-4E2F-A6E9-B69B2DF857A7}" sibTransId="{FEA6D48D-ABAB-4718-AC7F-34F3FB847406}"/>
    <dgm:cxn modelId="{E8822D13-7AEB-42BE-878C-C57F90F69E4D}" type="presOf" srcId="{D337D1CD-5272-4C38-92F8-43A0C463E0B5}" destId="{64811AB2-A051-420F-9515-CC62EA5ACD6B}" srcOrd="0" destOrd="0" presId="urn:microsoft.com/office/officeart/2018/2/layout/IconCircleList"/>
    <dgm:cxn modelId="{E9B13722-EA2D-442B-AC91-85B9011A7476}" type="presOf" srcId="{16968995-D62E-4536-AB97-CABA8627D2B0}" destId="{0F1EF804-2561-48DC-B20B-F2A3DF0A1C92}" srcOrd="0" destOrd="0" presId="urn:microsoft.com/office/officeart/2018/2/layout/IconCircleList"/>
    <dgm:cxn modelId="{39E57F31-31E9-4A74-BF06-99DA64927BE9}" type="presOf" srcId="{CA3EDD33-40B8-40BE-B3F0-25064DD4C48F}" destId="{8160B481-FF96-4955-A493-9BC5CD7A64F3}" srcOrd="0" destOrd="0" presId="urn:microsoft.com/office/officeart/2018/2/layout/IconCircleList"/>
    <dgm:cxn modelId="{836C5D34-AE2C-4C9B-BA4B-C739BBF56E1F}" srcId="{D337D1CD-5272-4C38-92F8-43A0C463E0B5}" destId="{E3269A19-1606-4588-B7A8-667DB92810E2}" srcOrd="4" destOrd="0" parTransId="{3CDF2E38-F1AB-48C4-8410-7638B211D869}" sibTransId="{5FE81FF9-EB2E-4BBA-BD66-B097692A18D0}"/>
    <dgm:cxn modelId="{1B13B236-A7E5-4D9F-A4F9-272F61A10436}" srcId="{D337D1CD-5272-4C38-92F8-43A0C463E0B5}" destId="{59D773B4-FFEA-436A-9B5F-F3F57FC36592}" srcOrd="1" destOrd="0" parTransId="{2353A1B7-51A4-4DFF-B1C5-94C7B987A980}" sibTransId="{CA3EDD33-40B8-40BE-B3F0-25064DD4C48F}"/>
    <dgm:cxn modelId="{72EE4F3F-75B3-4A86-BE65-15F55E48F217}" type="presOf" srcId="{9D63CCE5-99DA-4A81-B458-E1B6E01F9241}" destId="{3A14C56C-C8B7-4980-B1C3-A2F446F89FEA}" srcOrd="0" destOrd="0" presId="urn:microsoft.com/office/officeart/2018/2/layout/IconCircleList"/>
    <dgm:cxn modelId="{6CB27362-FC85-4EAB-90B7-916F0EA36E91}" srcId="{D337D1CD-5272-4C38-92F8-43A0C463E0B5}" destId="{E03B6968-605A-4A32-8F73-AB78F25004CB}" srcOrd="5" destOrd="0" parTransId="{F9119B0F-C30E-4899-BA9B-8B35A0823C9A}" sibTransId="{D47FFA9E-CAFF-495C-8BB4-9FB4AD11E042}"/>
    <dgm:cxn modelId="{D6FB6777-A0C4-49DC-86E6-64E50AD8DA17}" srcId="{D337D1CD-5272-4C38-92F8-43A0C463E0B5}" destId="{A479C9AA-8691-4943-B57F-F9041913D3D5}" srcOrd="3" destOrd="0" parTransId="{AF8C17B4-4F09-42B1-BA5C-89C463EFAE7D}" sibTransId="{16968995-D62E-4536-AB97-CABA8627D2B0}"/>
    <dgm:cxn modelId="{A52FD980-48F1-4011-B415-5D2D95F2CAAA}" type="presOf" srcId="{C8099F3D-EE14-4091-83F5-DB5608799CCB}" destId="{3E481D84-57E0-409C-9ACC-5A30EBF20A84}" srcOrd="0" destOrd="0" presId="urn:microsoft.com/office/officeart/2018/2/layout/IconCircleList"/>
    <dgm:cxn modelId="{CD74EB81-D4B1-44FB-A055-BAB7401B7B34}" type="presOf" srcId="{5FE81FF9-EB2E-4BBA-BD66-B097692A18D0}" destId="{9288BAD2-9B6A-4551-90F7-C71D9651F057}" srcOrd="0" destOrd="0" presId="urn:microsoft.com/office/officeart/2018/2/layout/IconCircleList"/>
    <dgm:cxn modelId="{19ED0A93-838F-4010-8F41-5FE755646E3D}" type="presOf" srcId="{FEA6D48D-ABAB-4718-AC7F-34F3FB847406}" destId="{173EFB71-97BD-47A1-A1E0-D66349850D1C}" srcOrd="0" destOrd="0" presId="urn:microsoft.com/office/officeart/2018/2/layout/IconCircleList"/>
    <dgm:cxn modelId="{0E781EA2-27E9-490D-9E26-E7BBE0B0D7FB}" srcId="{D337D1CD-5272-4C38-92F8-43A0C463E0B5}" destId="{C8099F3D-EE14-4091-83F5-DB5608799CCB}" srcOrd="2" destOrd="0" parTransId="{11C00C76-CDC3-4111-99A2-3915ADC7723E}" sibTransId="{9D63CCE5-99DA-4A81-B458-E1B6E01F9241}"/>
    <dgm:cxn modelId="{1CCAF0BC-68C2-4BDF-A434-E75721B03754}" type="presOf" srcId="{A479C9AA-8691-4943-B57F-F9041913D3D5}" destId="{93802C8E-F946-47AC-A151-25F5A6604552}" srcOrd="0" destOrd="0" presId="urn:microsoft.com/office/officeart/2018/2/layout/IconCircleList"/>
    <dgm:cxn modelId="{B186B3C0-AD1A-451E-9BC9-B4311AD7D407}" type="presOf" srcId="{E03B6968-605A-4A32-8F73-AB78F25004CB}" destId="{53A47686-40D6-4DB2-B21A-B20AE9F7664F}" srcOrd="0" destOrd="0" presId="urn:microsoft.com/office/officeart/2018/2/layout/IconCircleList"/>
    <dgm:cxn modelId="{AA3918CE-9D2D-43E5-B1BC-44F2E2DCF12C}" type="presOf" srcId="{59D773B4-FFEA-436A-9B5F-F3F57FC36592}" destId="{F58E902A-3499-4DBD-80BF-64B14610A556}" srcOrd="0" destOrd="0" presId="urn:microsoft.com/office/officeart/2018/2/layout/IconCircleList"/>
    <dgm:cxn modelId="{07C168DE-B58D-4A19-A88C-D87494C5772A}" type="presOf" srcId="{E3269A19-1606-4588-B7A8-667DB92810E2}" destId="{3D68BC3D-AE8C-4C17-85E1-34B1F3BA4C64}" srcOrd="0" destOrd="0" presId="urn:microsoft.com/office/officeart/2018/2/layout/IconCircleList"/>
    <dgm:cxn modelId="{1E057537-1265-45FC-86C7-0D270B361B7E}" type="presParOf" srcId="{64811AB2-A051-420F-9515-CC62EA5ACD6B}" destId="{44441284-6139-4BB8-B570-EED458B09817}" srcOrd="0" destOrd="0" presId="urn:microsoft.com/office/officeart/2018/2/layout/IconCircleList"/>
    <dgm:cxn modelId="{FF0F7BEB-DB12-4DC9-9B9E-CFEABDB7C2FE}" type="presParOf" srcId="{44441284-6139-4BB8-B570-EED458B09817}" destId="{8AB08614-A1BA-4FD2-8A35-4E5C64D32901}" srcOrd="0" destOrd="0" presId="urn:microsoft.com/office/officeart/2018/2/layout/IconCircleList"/>
    <dgm:cxn modelId="{ACA17B68-D7CF-4FE4-80DC-BA73609E4A1D}" type="presParOf" srcId="{8AB08614-A1BA-4FD2-8A35-4E5C64D32901}" destId="{CA42951C-C1FB-4E60-ABFA-1C5F42382B63}" srcOrd="0" destOrd="0" presId="urn:microsoft.com/office/officeart/2018/2/layout/IconCircleList"/>
    <dgm:cxn modelId="{0BC42279-AAFD-4EB3-8B6E-48E80D06D930}" type="presParOf" srcId="{8AB08614-A1BA-4FD2-8A35-4E5C64D32901}" destId="{F591AB79-D7D4-48EA-99FE-0AA479B2E53A}" srcOrd="1" destOrd="0" presId="urn:microsoft.com/office/officeart/2018/2/layout/IconCircleList"/>
    <dgm:cxn modelId="{ECD2B9C5-6FA5-4C3F-A1BC-706E809DE3A0}" type="presParOf" srcId="{8AB08614-A1BA-4FD2-8A35-4E5C64D32901}" destId="{7CDA0283-B73F-4FCC-B898-43840E217504}" srcOrd="2" destOrd="0" presId="urn:microsoft.com/office/officeart/2018/2/layout/IconCircleList"/>
    <dgm:cxn modelId="{EB53309F-67AA-4C06-A419-C41824F0E85E}" type="presParOf" srcId="{8AB08614-A1BA-4FD2-8A35-4E5C64D32901}" destId="{66C7955A-1E40-4649-A8E9-60379EAC78EA}" srcOrd="3" destOrd="0" presId="urn:microsoft.com/office/officeart/2018/2/layout/IconCircleList"/>
    <dgm:cxn modelId="{79E7E1C7-A810-40D5-BF8F-B9060D2C2CDC}" type="presParOf" srcId="{44441284-6139-4BB8-B570-EED458B09817}" destId="{173EFB71-97BD-47A1-A1E0-D66349850D1C}" srcOrd="1" destOrd="0" presId="urn:microsoft.com/office/officeart/2018/2/layout/IconCircleList"/>
    <dgm:cxn modelId="{27BE1729-2B56-4CEA-82B1-7511C14FFB5B}" type="presParOf" srcId="{44441284-6139-4BB8-B570-EED458B09817}" destId="{742F8D52-8558-429A-8042-EF7C5BD80E5F}" srcOrd="2" destOrd="0" presId="urn:microsoft.com/office/officeart/2018/2/layout/IconCircleList"/>
    <dgm:cxn modelId="{7E6BF639-C2FE-4171-A529-85DA85E4B013}" type="presParOf" srcId="{742F8D52-8558-429A-8042-EF7C5BD80E5F}" destId="{060FCCC1-E9D0-4517-988C-EA82667D781D}" srcOrd="0" destOrd="0" presId="urn:microsoft.com/office/officeart/2018/2/layout/IconCircleList"/>
    <dgm:cxn modelId="{60F598D8-D854-4277-9B37-C2668BCB0E07}" type="presParOf" srcId="{742F8D52-8558-429A-8042-EF7C5BD80E5F}" destId="{1895AB75-63F5-4BBC-B267-1A981BF4EB80}" srcOrd="1" destOrd="0" presId="urn:microsoft.com/office/officeart/2018/2/layout/IconCircleList"/>
    <dgm:cxn modelId="{6D3A5249-E09D-4267-A0BF-CC493129D92E}" type="presParOf" srcId="{742F8D52-8558-429A-8042-EF7C5BD80E5F}" destId="{C1461D43-12E6-43D6-BA93-C43A89AC8072}" srcOrd="2" destOrd="0" presId="urn:microsoft.com/office/officeart/2018/2/layout/IconCircleList"/>
    <dgm:cxn modelId="{F8F0ADE9-61FA-411C-8661-DE969B9988B9}" type="presParOf" srcId="{742F8D52-8558-429A-8042-EF7C5BD80E5F}" destId="{F58E902A-3499-4DBD-80BF-64B14610A556}" srcOrd="3" destOrd="0" presId="urn:microsoft.com/office/officeart/2018/2/layout/IconCircleList"/>
    <dgm:cxn modelId="{4B1F8F5A-4D9E-4409-8A6B-5E1BD14747BE}" type="presParOf" srcId="{44441284-6139-4BB8-B570-EED458B09817}" destId="{8160B481-FF96-4955-A493-9BC5CD7A64F3}" srcOrd="3" destOrd="0" presId="urn:microsoft.com/office/officeart/2018/2/layout/IconCircleList"/>
    <dgm:cxn modelId="{44FA6EDD-8F64-4101-AC7C-0319C984EAAA}" type="presParOf" srcId="{44441284-6139-4BB8-B570-EED458B09817}" destId="{8B7E81E2-C5B3-491A-A4C7-C0D1EA5191C7}" srcOrd="4" destOrd="0" presId="urn:microsoft.com/office/officeart/2018/2/layout/IconCircleList"/>
    <dgm:cxn modelId="{ADC7676D-E0EC-4715-B812-A354B1F3A108}" type="presParOf" srcId="{8B7E81E2-C5B3-491A-A4C7-C0D1EA5191C7}" destId="{B390151D-FE49-4DE2-A57B-940FBE4EC0C5}" srcOrd="0" destOrd="0" presId="urn:microsoft.com/office/officeart/2018/2/layout/IconCircleList"/>
    <dgm:cxn modelId="{85D9315B-A145-4DAC-8BA6-FF6378EDDBD0}" type="presParOf" srcId="{8B7E81E2-C5B3-491A-A4C7-C0D1EA5191C7}" destId="{EFFD1C90-6161-4D38-8994-AFDDE6E61DA7}" srcOrd="1" destOrd="0" presId="urn:microsoft.com/office/officeart/2018/2/layout/IconCircleList"/>
    <dgm:cxn modelId="{FD521326-2FA4-4DC2-8BF2-0F72498E359B}" type="presParOf" srcId="{8B7E81E2-C5B3-491A-A4C7-C0D1EA5191C7}" destId="{857A4D54-1C98-4328-9042-71838D04532E}" srcOrd="2" destOrd="0" presId="urn:microsoft.com/office/officeart/2018/2/layout/IconCircleList"/>
    <dgm:cxn modelId="{87232220-2AAB-4D64-A1F6-3DC79C16E5FB}" type="presParOf" srcId="{8B7E81E2-C5B3-491A-A4C7-C0D1EA5191C7}" destId="{3E481D84-57E0-409C-9ACC-5A30EBF20A84}" srcOrd="3" destOrd="0" presId="urn:microsoft.com/office/officeart/2018/2/layout/IconCircleList"/>
    <dgm:cxn modelId="{D4E2E7E8-436D-4C0B-9CA4-E8173A2853AB}" type="presParOf" srcId="{44441284-6139-4BB8-B570-EED458B09817}" destId="{3A14C56C-C8B7-4980-B1C3-A2F446F89FEA}" srcOrd="5" destOrd="0" presId="urn:microsoft.com/office/officeart/2018/2/layout/IconCircleList"/>
    <dgm:cxn modelId="{779BF1FE-CC52-472F-A5F5-D5D6A8D1D046}" type="presParOf" srcId="{44441284-6139-4BB8-B570-EED458B09817}" destId="{A9E96FC5-4EA8-40EA-9BE6-510FCE1D7C4F}" srcOrd="6" destOrd="0" presId="urn:microsoft.com/office/officeart/2018/2/layout/IconCircleList"/>
    <dgm:cxn modelId="{10F08216-DB85-457B-B85D-224A5CC66F81}" type="presParOf" srcId="{A9E96FC5-4EA8-40EA-9BE6-510FCE1D7C4F}" destId="{C6F55AD0-7E02-469E-8E17-E24A33B2A808}" srcOrd="0" destOrd="0" presId="urn:microsoft.com/office/officeart/2018/2/layout/IconCircleList"/>
    <dgm:cxn modelId="{55A14794-F3C4-459E-93BC-EBD3A8907AAA}" type="presParOf" srcId="{A9E96FC5-4EA8-40EA-9BE6-510FCE1D7C4F}" destId="{73E6F4BA-E606-43EB-A281-620D5D29FB0F}" srcOrd="1" destOrd="0" presId="urn:microsoft.com/office/officeart/2018/2/layout/IconCircleList"/>
    <dgm:cxn modelId="{4C225F8B-290A-4573-85F7-58F6973F5CCC}" type="presParOf" srcId="{A9E96FC5-4EA8-40EA-9BE6-510FCE1D7C4F}" destId="{3380877E-41EC-44E1-A8DF-E10249290C10}" srcOrd="2" destOrd="0" presId="urn:microsoft.com/office/officeart/2018/2/layout/IconCircleList"/>
    <dgm:cxn modelId="{BAD580C4-0300-479E-A2E8-60C14FEEED6D}" type="presParOf" srcId="{A9E96FC5-4EA8-40EA-9BE6-510FCE1D7C4F}" destId="{93802C8E-F946-47AC-A151-25F5A6604552}" srcOrd="3" destOrd="0" presId="urn:microsoft.com/office/officeart/2018/2/layout/IconCircleList"/>
    <dgm:cxn modelId="{6871C96D-ED3D-439D-83CD-E14966B2EC2E}" type="presParOf" srcId="{44441284-6139-4BB8-B570-EED458B09817}" destId="{0F1EF804-2561-48DC-B20B-F2A3DF0A1C92}" srcOrd="7" destOrd="0" presId="urn:microsoft.com/office/officeart/2018/2/layout/IconCircleList"/>
    <dgm:cxn modelId="{D2AD6708-0504-474C-A34E-0D6E1ED9494B}" type="presParOf" srcId="{44441284-6139-4BB8-B570-EED458B09817}" destId="{C726F5ED-1D5E-4D46-852B-36A1D971D157}" srcOrd="8" destOrd="0" presId="urn:microsoft.com/office/officeart/2018/2/layout/IconCircleList"/>
    <dgm:cxn modelId="{A63235C6-6B9A-419D-9819-40D282ADABB3}" type="presParOf" srcId="{C726F5ED-1D5E-4D46-852B-36A1D971D157}" destId="{9D333F26-2FCF-469A-94D3-674624A9718A}" srcOrd="0" destOrd="0" presId="urn:microsoft.com/office/officeart/2018/2/layout/IconCircleList"/>
    <dgm:cxn modelId="{75EDD3C4-0A59-4543-923C-C2DBF07492E5}" type="presParOf" srcId="{C726F5ED-1D5E-4D46-852B-36A1D971D157}" destId="{B27FB952-7DCC-46D0-86B2-BDB4E48BB7A1}" srcOrd="1" destOrd="0" presId="urn:microsoft.com/office/officeart/2018/2/layout/IconCircleList"/>
    <dgm:cxn modelId="{CC21B563-8A03-445C-8F3A-2A2EA209D259}" type="presParOf" srcId="{C726F5ED-1D5E-4D46-852B-36A1D971D157}" destId="{27CC7F93-02DD-41C6-8682-2FF2C7A65063}" srcOrd="2" destOrd="0" presId="urn:microsoft.com/office/officeart/2018/2/layout/IconCircleList"/>
    <dgm:cxn modelId="{3B02618A-2D84-4748-B5E8-BC7B3010F25B}" type="presParOf" srcId="{C726F5ED-1D5E-4D46-852B-36A1D971D157}" destId="{3D68BC3D-AE8C-4C17-85E1-34B1F3BA4C64}" srcOrd="3" destOrd="0" presId="urn:microsoft.com/office/officeart/2018/2/layout/IconCircleList"/>
    <dgm:cxn modelId="{BA28CBA9-937A-4C78-8494-5F51D764DD04}" type="presParOf" srcId="{44441284-6139-4BB8-B570-EED458B09817}" destId="{9288BAD2-9B6A-4551-90F7-C71D9651F057}" srcOrd="9" destOrd="0" presId="urn:microsoft.com/office/officeart/2018/2/layout/IconCircleList"/>
    <dgm:cxn modelId="{8CF133C8-21AC-4DB3-888C-1C3019240D7D}" type="presParOf" srcId="{44441284-6139-4BB8-B570-EED458B09817}" destId="{23E6AA03-9F06-4C35-B742-F70A8107BB21}" srcOrd="10" destOrd="0" presId="urn:microsoft.com/office/officeart/2018/2/layout/IconCircleList"/>
    <dgm:cxn modelId="{FE4E5DB6-9CE3-4CE4-90AB-4103797F1A50}" type="presParOf" srcId="{23E6AA03-9F06-4C35-B742-F70A8107BB21}" destId="{A65A6587-9440-4AD8-8B06-7DE67B5381AA}" srcOrd="0" destOrd="0" presId="urn:microsoft.com/office/officeart/2018/2/layout/IconCircleList"/>
    <dgm:cxn modelId="{81260EBA-64AD-47B7-8735-195754DE19C2}" type="presParOf" srcId="{23E6AA03-9F06-4C35-B742-F70A8107BB21}" destId="{BA024EA3-8210-411A-B0B7-91B5DE3DCA30}" srcOrd="1" destOrd="0" presId="urn:microsoft.com/office/officeart/2018/2/layout/IconCircleList"/>
    <dgm:cxn modelId="{81D62A5F-3DE0-4276-BE4D-CF75551FD7E4}" type="presParOf" srcId="{23E6AA03-9F06-4C35-B742-F70A8107BB21}" destId="{D5AD01ED-28D5-4887-9764-4C7A1B778ED8}" srcOrd="2" destOrd="0" presId="urn:microsoft.com/office/officeart/2018/2/layout/IconCircleList"/>
    <dgm:cxn modelId="{D9490A6C-A55A-476B-BB3C-BF7EDB4DA011}" type="presParOf" srcId="{23E6AA03-9F06-4C35-B742-F70A8107BB21}" destId="{53A47686-40D6-4DB2-B21A-B20AE9F7664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F2DB62-ADBB-4D98-83FB-6525DBA156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4CADE8-CEFA-42FB-910A-9943E9B4D5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Authenticity: Verified university members only</a:t>
          </a:r>
        </a:p>
      </dgm:t>
    </dgm:pt>
    <dgm:pt modelId="{DF1B0792-B826-4F16-BCCF-F9D24AEB8749}" type="parTrans" cxnId="{3B2F0935-50EE-4100-8750-9C98B7A26A8A}">
      <dgm:prSet/>
      <dgm:spPr/>
      <dgm:t>
        <a:bodyPr/>
        <a:lstStyle/>
        <a:p>
          <a:endParaRPr lang="en-US"/>
        </a:p>
      </dgm:t>
    </dgm:pt>
    <dgm:pt modelId="{C1575862-4353-4A3F-872D-41D0A7965551}" type="sibTrans" cxnId="{3B2F0935-50EE-4100-8750-9C98B7A26A8A}">
      <dgm:prSet/>
      <dgm:spPr/>
      <dgm:t>
        <a:bodyPr/>
        <a:lstStyle/>
        <a:p>
          <a:endParaRPr lang="en-US"/>
        </a:p>
      </dgm:t>
    </dgm:pt>
    <dgm:pt modelId="{54E987DF-13BC-4BDD-B860-45D4F35F0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Safety: Admin-moderated content approval</a:t>
          </a:r>
        </a:p>
      </dgm:t>
    </dgm:pt>
    <dgm:pt modelId="{34B7ED79-F537-4C46-B0AD-6835D74DCB47}" type="parTrans" cxnId="{1AA59451-71BA-4448-9EC4-F89300D31C81}">
      <dgm:prSet/>
      <dgm:spPr/>
      <dgm:t>
        <a:bodyPr/>
        <a:lstStyle/>
        <a:p>
          <a:endParaRPr lang="en-US"/>
        </a:p>
      </dgm:t>
    </dgm:pt>
    <dgm:pt modelId="{BDF41871-DE05-4B16-AC95-7C28ED903632}" type="sibTrans" cxnId="{1AA59451-71BA-4448-9EC4-F89300D31C81}">
      <dgm:prSet/>
      <dgm:spPr/>
      <dgm:t>
        <a:bodyPr/>
        <a:lstStyle/>
        <a:p>
          <a:endParaRPr lang="en-US"/>
        </a:p>
      </dgm:t>
    </dgm:pt>
    <dgm:pt modelId="{40668902-F34E-413D-9C27-D5C8A681B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Scalability: Multi-university modular hierarchy</a:t>
          </a:r>
        </a:p>
      </dgm:t>
    </dgm:pt>
    <dgm:pt modelId="{6B305AB3-55C9-4C5E-A52E-B027E3ECEA7F}" type="parTrans" cxnId="{BA7C0A3C-1270-46C6-AA33-9566E536C972}">
      <dgm:prSet/>
      <dgm:spPr/>
      <dgm:t>
        <a:bodyPr/>
        <a:lstStyle/>
        <a:p>
          <a:endParaRPr lang="en-US"/>
        </a:p>
      </dgm:t>
    </dgm:pt>
    <dgm:pt modelId="{559205B2-D4C2-4B7A-8BCE-426743164967}" type="sibTrans" cxnId="{BA7C0A3C-1270-46C6-AA33-9566E536C972}">
      <dgm:prSet/>
      <dgm:spPr/>
      <dgm:t>
        <a:bodyPr/>
        <a:lstStyle/>
        <a:p>
          <a:endParaRPr lang="en-US"/>
        </a:p>
      </dgm:t>
    </dgm:pt>
    <dgm:pt modelId="{CD8FCEBB-1753-4B35-BCD7-7B45F6D13A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Transparency: Clear approval statuses and visibility rules</a:t>
          </a:r>
        </a:p>
      </dgm:t>
    </dgm:pt>
    <dgm:pt modelId="{0C028030-C819-447C-BD26-7B35DBF4C872}" type="parTrans" cxnId="{FB1093C5-FF77-4DFC-A63D-F3DB10B7475D}">
      <dgm:prSet/>
      <dgm:spPr/>
      <dgm:t>
        <a:bodyPr/>
        <a:lstStyle/>
        <a:p>
          <a:endParaRPr lang="en-US"/>
        </a:p>
      </dgm:t>
    </dgm:pt>
    <dgm:pt modelId="{4CAF6D49-0DEE-407F-8DF3-4F618327F67E}" type="sibTrans" cxnId="{FB1093C5-FF77-4DFC-A63D-F3DB10B7475D}">
      <dgm:prSet/>
      <dgm:spPr/>
      <dgm:t>
        <a:bodyPr/>
        <a:lstStyle/>
        <a:p>
          <a:endParaRPr lang="en-US"/>
        </a:p>
      </dgm:t>
    </dgm:pt>
    <dgm:pt modelId="{49915B82-AF6A-43AE-A87D-B303D7C9F372}" type="pres">
      <dgm:prSet presAssocID="{4EF2DB62-ADBB-4D98-83FB-6525DBA15679}" presName="root" presStyleCnt="0">
        <dgm:presLayoutVars>
          <dgm:dir/>
          <dgm:resizeHandles val="exact"/>
        </dgm:presLayoutVars>
      </dgm:prSet>
      <dgm:spPr/>
    </dgm:pt>
    <dgm:pt modelId="{DD4ABB62-2C26-420B-9DC0-1F5E6195C776}" type="pres">
      <dgm:prSet presAssocID="{124CADE8-CEFA-42FB-910A-9943E9B4D585}" presName="compNode" presStyleCnt="0"/>
      <dgm:spPr/>
    </dgm:pt>
    <dgm:pt modelId="{8881790E-7AD2-4208-8738-83551ABC7EAE}" type="pres">
      <dgm:prSet presAssocID="{124CADE8-CEFA-42FB-910A-9943E9B4D585}" presName="bgRect" presStyleLbl="bgShp" presStyleIdx="0" presStyleCnt="4"/>
      <dgm:spPr/>
    </dgm:pt>
    <dgm:pt modelId="{692D57B1-513F-445D-9A21-3451691A54AF}" type="pres">
      <dgm:prSet presAssocID="{124CADE8-CEFA-42FB-910A-9943E9B4D5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85ADDF1C-D2F2-47BC-A11F-BC80E5FCAF4D}" type="pres">
      <dgm:prSet presAssocID="{124CADE8-CEFA-42FB-910A-9943E9B4D585}" presName="spaceRect" presStyleCnt="0"/>
      <dgm:spPr/>
    </dgm:pt>
    <dgm:pt modelId="{A572EBEF-F9E8-4529-B91A-80EB41C3FCA4}" type="pres">
      <dgm:prSet presAssocID="{124CADE8-CEFA-42FB-910A-9943E9B4D585}" presName="parTx" presStyleLbl="revTx" presStyleIdx="0" presStyleCnt="4">
        <dgm:presLayoutVars>
          <dgm:chMax val="0"/>
          <dgm:chPref val="0"/>
        </dgm:presLayoutVars>
      </dgm:prSet>
      <dgm:spPr/>
    </dgm:pt>
    <dgm:pt modelId="{863AEF97-D582-4D05-8BF1-7D5E9DFB7CD4}" type="pres">
      <dgm:prSet presAssocID="{C1575862-4353-4A3F-872D-41D0A7965551}" presName="sibTrans" presStyleCnt="0"/>
      <dgm:spPr/>
    </dgm:pt>
    <dgm:pt modelId="{0B62FED2-6826-4C09-9859-7B3B8A9AD2F8}" type="pres">
      <dgm:prSet presAssocID="{54E987DF-13BC-4BDD-B860-45D4F35F062E}" presName="compNode" presStyleCnt="0"/>
      <dgm:spPr/>
    </dgm:pt>
    <dgm:pt modelId="{5728C347-40A1-4F25-8A6D-199AB39DCF93}" type="pres">
      <dgm:prSet presAssocID="{54E987DF-13BC-4BDD-B860-45D4F35F062E}" presName="bgRect" presStyleLbl="bgShp" presStyleIdx="1" presStyleCnt="4"/>
      <dgm:spPr/>
    </dgm:pt>
    <dgm:pt modelId="{D28D5E46-48F8-451B-BBFD-364E4AE914BD}" type="pres">
      <dgm:prSet presAssocID="{54E987DF-13BC-4BDD-B860-45D4F35F06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961309A-9BF6-4EF0-8583-2AAD95C3FE44}" type="pres">
      <dgm:prSet presAssocID="{54E987DF-13BC-4BDD-B860-45D4F35F062E}" presName="spaceRect" presStyleCnt="0"/>
      <dgm:spPr/>
    </dgm:pt>
    <dgm:pt modelId="{FB7DA731-8F5D-4793-BEBD-35FA9A1EE734}" type="pres">
      <dgm:prSet presAssocID="{54E987DF-13BC-4BDD-B860-45D4F35F062E}" presName="parTx" presStyleLbl="revTx" presStyleIdx="1" presStyleCnt="4">
        <dgm:presLayoutVars>
          <dgm:chMax val="0"/>
          <dgm:chPref val="0"/>
        </dgm:presLayoutVars>
      </dgm:prSet>
      <dgm:spPr/>
    </dgm:pt>
    <dgm:pt modelId="{D09D470A-2E0A-45D8-91EA-4E2621BA4393}" type="pres">
      <dgm:prSet presAssocID="{BDF41871-DE05-4B16-AC95-7C28ED903632}" presName="sibTrans" presStyleCnt="0"/>
      <dgm:spPr/>
    </dgm:pt>
    <dgm:pt modelId="{DC68AA78-B892-4A95-8CD4-5A15BF0619CF}" type="pres">
      <dgm:prSet presAssocID="{40668902-F34E-413D-9C27-D5C8A681B93F}" presName="compNode" presStyleCnt="0"/>
      <dgm:spPr/>
    </dgm:pt>
    <dgm:pt modelId="{3755C71C-A2B8-467E-A123-E16A07088895}" type="pres">
      <dgm:prSet presAssocID="{40668902-F34E-413D-9C27-D5C8A681B93F}" presName="bgRect" presStyleLbl="bgShp" presStyleIdx="2" presStyleCnt="4"/>
      <dgm:spPr/>
    </dgm:pt>
    <dgm:pt modelId="{8187DDB2-C13F-4718-80D6-383AFECB0BA2}" type="pres">
      <dgm:prSet presAssocID="{40668902-F34E-413D-9C27-D5C8A681B9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653F2C4-23EB-4043-8317-8E5BF0AEEA83}" type="pres">
      <dgm:prSet presAssocID="{40668902-F34E-413D-9C27-D5C8A681B93F}" presName="spaceRect" presStyleCnt="0"/>
      <dgm:spPr/>
    </dgm:pt>
    <dgm:pt modelId="{49871C91-D960-411C-B84B-C21D979F8CB5}" type="pres">
      <dgm:prSet presAssocID="{40668902-F34E-413D-9C27-D5C8A681B93F}" presName="parTx" presStyleLbl="revTx" presStyleIdx="2" presStyleCnt="4">
        <dgm:presLayoutVars>
          <dgm:chMax val="0"/>
          <dgm:chPref val="0"/>
        </dgm:presLayoutVars>
      </dgm:prSet>
      <dgm:spPr/>
    </dgm:pt>
    <dgm:pt modelId="{AF8BB668-A492-4A56-BD71-882562AC13EA}" type="pres">
      <dgm:prSet presAssocID="{559205B2-D4C2-4B7A-8BCE-426743164967}" presName="sibTrans" presStyleCnt="0"/>
      <dgm:spPr/>
    </dgm:pt>
    <dgm:pt modelId="{8FAB360C-F366-44F0-B0AD-B3F74D4835E9}" type="pres">
      <dgm:prSet presAssocID="{CD8FCEBB-1753-4B35-BCD7-7B45F6D13A02}" presName="compNode" presStyleCnt="0"/>
      <dgm:spPr/>
    </dgm:pt>
    <dgm:pt modelId="{A929B4CF-735E-4237-A20B-3802A643C0D7}" type="pres">
      <dgm:prSet presAssocID="{CD8FCEBB-1753-4B35-BCD7-7B45F6D13A02}" presName="bgRect" presStyleLbl="bgShp" presStyleIdx="3" presStyleCnt="4"/>
      <dgm:spPr/>
    </dgm:pt>
    <dgm:pt modelId="{DB5CDCD2-536F-421A-AB42-2CBFE9A0A6A1}" type="pres">
      <dgm:prSet presAssocID="{CD8FCEBB-1753-4B35-BCD7-7B45F6D13A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C877440C-BFF6-4C0D-B1AC-9CBB8BFF1CBA}" type="pres">
      <dgm:prSet presAssocID="{CD8FCEBB-1753-4B35-BCD7-7B45F6D13A02}" presName="spaceRect" presStyleCnt="0"/>
      <dgm:spPr/>
    </dgm:pt>
    <dgm:pt modelId="{E1E1FE73-4DED-451F-AC4E-50BAC8264B89}" type="pres">
      <dgm:prSet presAssocID="{CD8FCEBB-1753-4B35-BCD7-7B45F6D13A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132C327-A0B1-49D9-B12D-C6453CF5E212}" type="presOf" srcId="{4EF2DB62-ADBB-4D98-83FB-6525DBA15679}" destId="{49915B82-AF6A-43AE-A87D-B303D7C9F372}" srcOrd="0" destOrd="0" presId="urn:microsoft.com/office/officeart/2018/2/layout/IconVerticalSolidList"/>
    <dgm:cxn modelId="{56A8C530-7830-4795-9538-55F74DF30D4F}" type="presOf" srcId="{40668902-F34E-413D-9C27-D5C8A681B93F}" destId="{49871C91-D960-411C-B84B-C21D979F8CB5}" srcOrd="0" destOrd="0" presId="urn:microsoft.com/office/officeart/2018/2/layout/IconVerticalSolidList"/>
    <dgm:cxn modelId="{3B2F0935-50EE-4100-8750-9C98B7A26A8A}" srcId="{4EF2DB62-ADBB-4D98-83FB-6525DBA15679}" destId="{124CADE8-CEFA-42FB-910A-9943E9B4D585}" srcOrd="0" destOrd="0" parTransId="{DF1B0792-B826-4F16-BCCF-F9D24AEB8749}" sibTransId="{C1575862-4353-4A3F-872D-41D0A7965551}"/>
    <dgm:cxn modelId="{BA7C0A3C-1270-46C6-AA33-9566E536C972}" srcId="{4EF2DB62-ADBB-4D98-83FB-6525DBA15679}" destId="{40668902-F34E-413D-9C27-D5C8A681B93F}" srcOrd="2" destOrd="0" parTransId="{6B305AB3-55C9-4C5E-A52E-B027E3ECEA7F}" sibTransId="{559205B2-D4C2-4B7A-8BCE-426743164967}"/>
    <dgm:cxn modelId="{27F7624B-C566-45DD-AD56-035CC702A4BF}" type="presOf" srcId="{54E987DF-13BC-4BDD-B860-45D4F35F062E}" destId="{FB7DA731-8F5D-4793-BEBD-35FA9A1EE734}" srcOrd="0" destOrd="0" presId="urn:microsoft.com/office/officeart/2018/2/layout/IconVerticalSolidList"/>
    <dgm:cxn modelId="{1AA59451-71BA-4448-9EC4-F89300D31C81}" srcId="{4EF2DB62-ADBB-4D98-83FB-6525DBA15679}" destId="{54E987DF-13BC-4BDD-B860-45D4F35F062E}" srcOrd="1" destOrd="0" parTransId="{34B7ED79-F537-4C46-B0AD-6835D74DCB47}" sibTransId="{BDF41871-DE05-4B16-AC95-7C28ED903632}"/>
    <dgm:cxn modelId="{886F7D7D-340D-4A92-A306-CAB81AED4DE3}" type="presOf" srcId="{124CADE8-CEFA-42FB-910A-9943E9B4D585}" destId="{A572EBEF-F9E8-4529-B91A-80EB41C3FCA4}" srcOrd="0" destOrd="0" presId="urn:microsoft.com/office/officeart/2018/2/layout/IconVerticalSolidList"/>
    <dgm:cxn modelId="{092AED92-F91C-4413-9233-687C9EA5AB72}" type="presOf" srcId="{CD8FCEBB-1753-4B35-BCD7-7B45F6D13A02}" destId="{E1E1FE73-4DED-451F-AC4E-50BAC8264B89}" srcOrd="0" destOrd="0" presId="urn:microsoft.com/office/officeart/2018/2/layout/IconVerticalSolidList"/>
    <dgm:cxn modelId="{FB1093C5-FF77-4DFC-A63D-F3DB10B7475D}" srcId="{4EF2DB62-ADBB-4D98-83FB-6525DBA15679}" destId="{CD8FCEBB-1753-4B35-BCD7-7B45F6D13A02}" srcOrd="3" destOrd="0" parTransId="{0C028030-C819-447C-BD26-7B35DBF4C872}" sibTransId="{4CAF6D49-0DEE-407F-8DF3-4F618327F67E}"/>
    <dgm:cxn modelId="{F001A0E5-9EB3-4B53-83FE-DD54B928282B}" type="presParOf" srcId="{49915B82-AF6A-43AE-A87D-B303D7C9F372}" destId="{DD4ABB62-2C26-420B-9DC0-1F5E6195C776}" srcOrd="0" destOrd="0" presId="urn:microsoft.com/office/officeart/2018/2/layout/IconVerticalSolidList"/>
    <dgm:cxn modelId="{0FA9EB58-C8F8-4DD6-9907-BFDAF99053BE}" type="presParOf" srcId="{DD4ABB62-2C26-420B-9DC0-1F5E6195C776}" destId="{8881790E-7AD2-4208-8738-83551ABC7EAE}" srcOrd="0" destOrd="0" presId="urn:microsoft.com/office/officeart/2018/2/layout/IconVerticalSolidList"/>
    <dgm:cxn modelId="{3DD8B02E-048E-4744-8AD7-A2C8750F9D00}" type="presParOf" srcId="{DD4ABB62-2C26-420B-9DC0-1F5E6195C776}" destId="{692D57B1-513F-445D-9A21-3451691A54AF}" srcOrd="1" destOrd="0" presId="urn:microsoft.com/office/officeart/2018/2/layout/IconVerticalSolidList"/>
    <dgm:cxn modelId="{6BB1C6B3-D5AA-4C88-A273-DFAD843FAD76}" type="presParOf" srcId="{DD4ABB62-2C26-420B-9DC0-1F5E6195C776}" destId="{85ADDF1C-D2F2-47BC-A11F-BC80E5FCAF4D}" srcOrd="2" destOrd="0" presId="urn:microsoft.com/office/officeart/2018/2/layout/IconVerticalSolidList"/>
    <dgm:cxn modelId="{3D427422-8ED0-4C6E-95F7-5CC31A3F608E}" type="presParOf" srcId="{DD4ABB62-2C26-420B-9DC0-1F5E6195C776}" destId="{A572EBEF-F9E8-4529-B91A-80EB41C3FCA4}" srcOrd="3" destOrd="0" presId="urn:microsoft.com/office/officeart/2018/2/layout/IconVerticalSolidList"/>
    <dgm:cxn modelId="{5BBBBAF8-09BA-45EE-A934-D18C40C4011F}" type="presParOf" srcId="{49915B82-AF6A-43AE-A87D-B303D7C9F372}" destId="{863AEF97-D582-4D05-8BF1-7D5E9DFB7CD4}" srcOrd="1" destOrd="0" presId="urn:microsoft.com/office/officeart/2018/2/layout/IconVerticalSolidList"/>
    <dgm:cxn modelId="{85302F22-79B5-4073-BADC-179FEEF63778}" type="presParOf" srcId="{49915B82-AF6A-43AE-A87D-B303D7C9F372}" destId="{0B62FED2-6826-4C09-9859-7B3B8A9AD2F8}" srcOrd="2" destOrd="0" presId="urn:microsoft.com/office/officeart/2018/2/layout/IconVerticalSolidList"/>
    <dgm:cxn modelId="{C380D902-C73A-405D-9B36-4929DDC57BB4}" type="presParOf" srcId="{0B62FED2-6826-4C09-9859-7B3B8A9AD2F8}" destId="{5728C347-40A1-4F25-8A6D-199AB39DCF93}" srcOrd="0" destOrd="0" presId="urn:microsoft.com/office/officeart/2018/2/layout/IconVerticalSolidList"/>
    <dgm:cxn modelId="{20BD2CD5-6B21-47D7-9504-D6F17C3F93EC}" type="presParOf" srcId="{0B62FED2-6826-4C09-9859-7B3B8A9AD2F8}" destId="{D28D5E46-48F8-451B-BBFD-364E4AE914BD}" srcOrd="1" destOrd="0" presId="urn:microsoft.com/office/officeart/2018/2/layout/IconVerticalSolidList"/>
    <dgm:cxn modelId="{1E4D79D8-3046-424A-9CE9-BF0A2701DBD3}" type="presParOf" srcId="{0B62FED2-6826-4C09-9859-7B3B8A9AD2F8}" destId="{2961309A-9BF6-4EF0-8583-2AAD95C3FE44}" srcOrd="2" destOrd="0" presId="urn:microsoft.com/office/officeart/2018/2/layout/IconVerticalSolidList"/>
    <dgm:cxn modelId="{AD5C8A9F-EB38-4C0A-A0D6-E754C44B0A5F}" type="presParOf" srcId="{0B62FED2-6826-4C09-9859-7B3B8A9AD2F8}" destId="{FB7DA731-8F5D-4793-BEBD-35FA9A1EE734}" srcOrd="3" destOrd="0" presId="urn:microsoft.com/office/officeart/2018/2/layout/IconVerticalSolidList"/>
    <dgm:cxn modelId="{C556AEAC-5AFE-45C1-90E0-3DA72FFAB57F}" type="presParOf" srcId="{49915B82-AF6A-43AE-A87D-B303D7C9F372}" destId="{D09D470A-2E0A-45D8-91EA-4E2621BA4393}" srcOrd="3" destOrd="0" presId="urn:microsoft.com/office/officeart/2018/2/layout/IconVerticalSolidList"/>
    <dgm:cxn modelId="{E81CAFF5-6248-4912-AC58-6009FF3E3904}" type="presParOf" srcId="{49915B82-AF6A-43AE-A87D-B303D7C9F372}" destId="{DC68AA78-B892-4A95-8CD4-5A15BF0619CF}" srcOrd="4" destOrd="0" presId="urn:microsoft.com/office/officeart/2018/2/layout/IconVerticalSolidList"/>
    <dgm:cxn modelId="{A6713E81-87A4-4C78-88FC-4ECF94B4ED1F}" type="presParOf" srcId="{DC68AA78-B892-4A95-8CD4-5A15BF0619CF}" destId="{3755C71C-A2B8-467E-A123-E16A07088895}" srcOrd="0" destOrd="0" presId="urn:microsoft.com/office/officeart/2018/2/layout/IconVerticalSolidList"/>
    <dgm:cxn modelId="{B03B648D-A72F-43E7-920E-0EE7B8215183}" type="presParOf" srcId="{DC68AA78-B892-4A95-8CD4-5A15BF0619CF}" destId="{8187DDB2-C13F-4718-80D6-383AFECB0BA2}" srcOrd="1" destOrd="0" presId="urn:microsoft.com/office/officeart/2018/2/layout/IconVerticalSolidList"/>
    <dgm:cxn modelId="{1280C80D-78B6-47A4-A1F8-0F9A96D5EDB1}" type="presParOf" srcId="{DC68AA78-B892-4A95-8CD4-5A15BF0619CF}" destId="{0653F2C4-23EB-4043-8317-8E5BF0AEEA83}" srcOrd="2" destOrd="0" presId="urn:microsoft.com/office/officeart/2018/2/layout/IconVerticalSolidList"/>
    <dgm:cxn modelId="{BF5FEE6E-3C60-428D-9F91-FFEB73FCBF1C}" type="presParOf" srcId="{DC68AA78-B892-4A95-8CD4-5A15BF0619CF}" destId="{49871C91-D960-411C-B84B-C21D979F8CB5}" srcOrd="3" destOrd="0" presId="urn:microsoft.com/office/officeart/2018/2/layout/IconVerticalSolidList"/>
    <dgm:cxn modelId="{D3A20B7F-4500-4BBD-B1BA-FA2ED0F670B8}" type="presParOf" srcId="{49915B82-AF6A-43AE-A87D-B303D7C9F372}" destId="{AF8BB668-A492-4A56-BD71-882562AC13EA}" srcOrd="5" destOrd="0" presId="urn:microsoft.com/office/officeart/2018/2/layout/IconVerticalSolidList"/>
    <dgm:cxn modelId="{D4CBBB83-7294-4D5E-AF92-B950239204D6}" type="presParOf" srcId="{49915B82-AF6A-43AE-A87D-B303D7C9F372}" destId="{8FAB360C-F366-44F0-B0AD-B3F74D4835E9}" srcOrd="6" destOrd="0" presId="urn:microsoft.com/office/officeart/2018/2/layout/IconVerticalSolidList"/>
    <dgm:cxn modelId="{A51B3065-5773-4D2A-BDC4-A80A5E07E08E}" type="presParOf" srcId="{8FAB360C-F366-44F0-B0AD-B3F74D4835E9}" destId="{A929B4CF-735E-4237-A20B-3802A643C0D7}" srcOrd="0" destOrd="0" presId="urn:microsoft.com/office/officeart/2018/2/layout/IconVerticalSolidList"/>
    <dgm:cxn modelId="{AA93E937-C105-49D9-9C9E-DB08A40A9AF0}" type="presParOf" srcId="{8FAB360C-F366-44F0-B0AD-B3F74D4835E9}" destId="{DB5CDCD2-536F-421A-AB42-2CBFE9A0A6A1}" srcOrd="1" destOrd="0" presId="urn:microsoft.com/office/officeart/2018/2/layout/IconVerticalSolidList"/>
    <dgm:cxn modelId="{476A9FA6-5F3B-416A-BBEE-B4F9EA82A168}" type="presParOf" srcId="{8FAB360C-F366-44F0-B0AD-B3F74D4835E9}" destId="{C877440C-BFF6-4C0D-B1AC-9CBB8BFF1CBA}" srcOrd="2" destOrd="0" presId="urn:microsoft.com/office/officeart/2018/2/layout/IconVerticalSolidList"/>
    <dgm:cxn modelId="{BCC1D3AC-5611-4521-8013-4A54C8455E5C}" type="presParOf" srcId="{8FAB360C-F366-44F0-B0AD-B3F74D4835E9}" destId="{E1E1FE73-4DED-451F-AC4E-50BAC8264B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0DC458-ED6B-430B-B77F-2405EC1614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9BD34A-9057-426E-A135-4103F0BEED89}">
      <dgm:prSet/>
      <dgm:spPr/>
      <dgm:t>
        <a:bodyPr/>
        <a:lstStyle/>
        <a:p>
          <a:r>
            <a:rPr lang="en-US" dirty="0"/>
            <a:t>Master Admin: Platform owner, manages universities and admins</a:t>
          </a:r>
        </a:p>
      </dgm:t>
    </dgm:pt>
    <dgm:pt modelId="{1F5F7DB2-45B9-4BC8-B827-DE50AC66EE21}" type="parTrans" cxnId="{4E462260-FE74-4390-AC47-7250E5D17DE7}">
      <dgm:prSet/>
      <dgm:spPr/>
      <dgm:t>
        <a:bodyPr/>
        <a:lstStyle/>
        <a:p>
          <a:endParaRPr lang="en-US"/>
        </a:p>
      </dgm:t>
    </dgm:pt>
    <dgm:pt modelId="{AF88ADE6-7E7C-40D2-B63E-899E32D0EA4F}" type="sibTrans" cxnId="{4E462260-FE74-4390-AC47-7250E5D17DE7}">
      <dgm:prSet/>
      <dgm:spPr/>
      <dgm:t>
        <a:bodyPr/>
        <a:lstStyle/>
        <a:p>
          <a:endParaRPr lang="en-US"/>
        </a:p>
      </dgm:t>
    </dgm:pt>
    <dgm:pt modelId="{BFAFE5C6-3730-4E38-879E-11C2E1E24824}">
      <dgm:prSet/>
      <dgm:spPr/>
      <dgm:t>
        <a:bodyPr/>
        <a:lstStyle/>
        <a:p>
          <a:r>
            <a:rPr lang="en-US" dirty="0"/>
            <a:t>University Admin: Approves students and posts, moderates content</a:t>
          </a:r>
        </a:p>
      </dgm:t>
    </dgm:pt>
    <dgm:pt modelId="{47B5AA95-C9C7-48C0-8302-923ECA730D70}" type="parTrans" cxnId="{422D0288-C3DE-463F-A742-BE6FDD2F45E1}">
      <dgm:prSet/>
      <dgm:spPr/>
      <dgm:t>
        <a:bodyPr/>
        <a:lstStyle/>
        <a:p>
          <a:endParaRPr lang="en-US"/>
        </a:p>
      </dgm:t>
    </dgm:pt>
    <dgm:pt modelId="{53D8A928-9B3D-4FA2-9251-537BA727EBCE}" type="sibTrans" cxnId="{422D0288-C3DE-463F-A742-BE6FDD2F45E1}">
      <dgm:prSet/>
      <dgm:spPr/>
      <dgm:t>
        <a:bodyPr/>
        <a:lstStyle/>
        <a:p>
          <a:endParaRPr lang="en-US"/>
        </a:p>
      </dgm:t>
    </dgm:pt>
    <dgm:pt modelId="{5A2839F9-90F9-43F4-9C5A-B5E1F45E2757}">
      <dgm:prSet/>
      <dgm:spPr/>
      <dgm:t>
        <a:bodyPr/>
        <a:lstStyle/>
        <a:p>
          <a:r>
            <a:rPr lang="en-US" dirty="0"/>
            <a:t>Student: Can join, create posts, connect, and apply to opportunities</a:t>
          </a:r>
        </a:p>
      </dgm:t>
    </dgm:pt>
    <dgm:pt modelId="{3EFCBB4A-3178-4BDB-B0AC-0209FEB1FC8E}" type="parTrans" cxnId="{11FE3541-6EB3-4655-BE9A-1D61390CDC84}">
      <dgm:prSet/>
      <dgm:spPr/>
      <dgm:t>
        <a:bodyPr/>
        <a:lstStyle/>
        <a:p>
          <a:endParaRPr lang="en-US"/>
        </a:p>
      </dgm:t>
    </dgm:pt>
    <dgm:pt modelId="{1F61C197-3A50-479D-9F49-C26B55D27CE2}" type="sibTrans" cxnId="{11FE3541-6EB3-4655-BE9A-1D61390CDC84}">
      <dgm:prSet/>
      <dgm:spPr/>
      <dgm:t>
        <a:bodyPr/>
        <a:lstStyle/>
        <a:p>
          <a:endParaRPr lang="en-US"/>
        </a:p>
      </dgm:t>
    </dgm:pt>
    <dgm:pt modelId="{B3F93D55-B606-4E0D-A378-BC29381E3562}" type="pres">
      <dgm:prSet presAssocID="{EB0DC458-ED6B-430B-B77F-2405EC161455}" presName="root" presStyleCnt="0">
        <dgm:presLayoutVars>
          <dgm:dir/>
          <dgm:resizeHandles val="exact"/>
        </dgm:presLayoutVars>
      </dgm:prSet>
      <dgm:spPr/>
    </dgm:pt>
    <dgm:pt modelId="{B46A4B8C-4A16-4A2D-89C0-966C3F1AD9E5}" type="pres">
      <dgm:prSet presAssocID="{209BD34A-9057-426E-A135-4103F0BEED89}" presName="compNode" presStyleCnt="0"/>
      <dgm:spPr/>
    </dgm:pt>
    <dgm:pt modelId="{56184D08-A52D-4722-BB14-555DA032C4C0}" type="pres">
      <dgm:prSet presAssocID="{209BD34A-9057-426E-A135-4103F0BEED89}" presName="bgRect" presStyleLbl="bgShp" presStyleIdx="0" presStyleCnt="3"/>
      <dgm:spPr/>
    </dgm:pt>
    <dgm:pt modelId="{2356061B-7814-49DD-A028-E2F72FE8B3EB}" type="pres">
      <dgm:prSet presAssocID="{209BD34A-9057-426E-A135-4103F0BEED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EF59352-D76A-4794-A605-1D75C51F73AE}" type="pres">
      <dgm:prSet presAssocID="{209BD34A-9057-426E-A135-4103F0BEED89}" presName="spaceRect" presStyleCnt="0"/>
      <dgm:spPr/>
    </dgm:pt>
    <dgm:pt modelId="{F8B0B3A8-1B16-45A4-B24E-DEA6FB712A38}" type="pres">
      <dgm:prSet presAssocID="{209BD34A-9057-426E-A135-4103F0BEED89}" presName="parTx" presStyleLbl="revTx" presStyleIdx="0" presStyleCnt="3">
        <dgm:presLayoutVars>
          <dgm:chMax val="0"/>
          <dgm:chPref val="0"/>
        </dgm:presLayoutVars>
      </dgm:prSet>
      <dgm:spPr/>
    </dgm:pt>
    <dgm:pt modelId="{A26858D0-BCDF-4C24-B780-6C4B99C3FD7A}" type="pres">
      <dgm:prSet presAssocID="{AF88ADE6-7E7C-40D2-B63E-899E32D0EA4F}" presName="sibTrans" presStyleCnt="0"/>
      <dgm:spPr/>
    </dgm:pt>
    <dgm:pt modelId="{D8A56D15-3F63-46A6-827D-FF18C2BC8B17}" type="pres">
      <dgm:prSet presAssocID="{BFAFE5C6-3730-4E38-879E-11C2E1E24824}" presName="compNode" presStyleCnt="0"/>
      <dgm:spPr/>
    </dgm:pt>
    <dgm:pt modelId="{2043C2CC-823A-4CA8-853B-72C1C48781F2}" type="pres">
      <dgm:prSet presAssocID="{BFAFE5C6-3730-4E38-879E-11C2E1E24824}" presName="bgRect" presStyleLbl="bgShp" presStyleIdx="1" presStyleCnt="3"/>
      <dgm:spPr/>
    </dgm:pt>
    <dgm:pt modelId="{152A3880-D26F-43D0-B586-236A2FCDD148}" type="pres">
      <dgm:prSet presAssocID="{BFAFE5C6-3730-4E38-879E-11C2E1E248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15C901B-8C76-45F3-9FD1-C44E61D9B241}" type="pres">
      <dgm:prSet presAssocID="{BFAFE5C6-3730-4E38-879E-11C2E1E24824}" presName="spaceRect" presStyleCnt="0"/>
      <dgm:spPr/>
    </dgm:pt>
    <dgm:pt modelId="{73F4B9EE-8934-4678-B2E6-93C9A6DDDB89}" type="pres">
      <dgm:prSet presAssocID="{BFAFE5C6-3730-4E38-879E-11C2E1E24824}" presName="parTx" presStyleLbl="revTx" presStyleIdx="1" presStyleCnt="3">
        <dgm:presLayoutVars>
          <dgm:chMax val="0"/>
          <dgm:chPref val="0"/>
        </dgm:presLayoutVars>
      </dgm:prSet>
      <dgm:spPr/>
    </dgm:pt>
    <dgm:pt modelId="{C503F9BD-1BAD-4A5C-88AD-1885FD087773}" type="pres">
      <dgm:prSet presAssocID="{53D8A928-9B3D-4FA2-9251-537BA727EBCE}" presName="sibTrans" presStyleCnt="0"/>
      <dgm:spPr/>
    </dgm:pt>
    <dgm:pt modelId="{A5D68AFE-6E33-444A-AF9B-C9F62817D126}" type="pres">
      <dgm:prSet presAssocID="{5A2839F9-90F9-43F4-9C5A-B5E1F45E2757}" presName="compNode" presStyleCnt="0"/>
      <dgm:spPr/>
    </dgm:pt>
    <dgm:pt modelId="{E55E80A0-4AE0-4ED5-994D-1F273CE579EB}" type="pres">
      <dgm:prSet presAssocID="{5A2839F9-90F9-43F4-9C5A-B5E1F45E2757}" presName="bgRect" presStyleLbl="bgShp" presStyleIdx="2" presStyleCnt="3"/>
      <dgm:spPr/>
    </dgm:pt>
    <dgm:pt modelId="{A4168F63-5674-4666-94A4-5AAAECBA4E13}" type="pres">
      <dgm:prSet presAssocID="{5A2839F9-90F9-43F4-9C5A-B5E1F45E27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1941D39-39F0-48B3-A0B5-A422F6761AA9}" type="pres">
      <dgm:prSet presAssocID="{5A2839F9-90F9-43F4-9C5A-B5E1F45E2757}" presName="spaceRect" presStyleCnt="0"/>
      <dgm:spPr/>
    </dgm:pt>
    <dgm:pt modelId="{4E6CAF59-53BB-4212-BFC0-07C5B385BA5C}" type="pres">
      <dgm:prSet presAssocID="{5A2839F9-90F9-43F4-9C5A-B5E1F45E27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9C4C2B-385B-4480-8B9F-A36EA6DC30CF}" type="presOf" srcId="{EB0DC458-ED6B-430B-B77F-2405EC161455}" destId="{B3F93D55-B606-4E0D-A378-BC29381E3562}" srcOrd="0" destOrd="0" presId="urn:microsoft.com/office/officeart/2018/2/layout/IconVerticalSolidList"/>
    <dgm:cxn modelId="{8A51A23F-60E7-4C16-BBBC-7C04E908A4E2}" type="presOf" srcId="{BFAFE5C6-3730-4E38-879E-11C2E1E24824}" destId="{73F4B9EE-8934-4678-B2E6-93C9A6DDDB89}" srcOrd="0" destOrd="0" presId="urn:microsoft.com/office/officeart/2018/2/layout/IconVerticalSolidList"/>
    <dgm:cxn modelId="{4E462260-FE74-4390-AC47-7250E5D17DE7}" srcId="{EB0DC458-ED6B-430B-B77F-2405EC161455}" destId="{209BD34A-9057-426E-A135-4103F0BEED89}" srcOrd="0" destOrd="0" parTransId="{1F5F7DB2-45B9-4BC8-B827-DE50AC66EE21}" sibTransId="{AF88ADE6-7E7C-40D2-B63E-899E32D0EA4F}"/>
    <dgm:cxn modelId="{11FE3541-6EB3-4655-BE9A-1D61390CDC84}" srcId="{EB0DC458-ED6B-430B-B77F-2405EC161455}" destId="{5A2839F9-90F9-43F4-9C5A-B5E1F45E2757}" srcOrd="2" destOrd="0" parTransId="{3EFCBB4A-3178-4BDB-B0AC-0209FEB1FC8E}" sibTransId="{1F61C197-3A50-479D-9F49-C26B55D27CE2}"/>
    <dgm:cxn modelId="{422D0288-C3DE-463F-A742-BE6FDD2F45E1}" srcId="{EB0DC458-ED6B-430B-B77F-2405EC161455}" destId="{BFAFE5C6-3730-4E38-879E-11C2E1E24824}" srcOrd="1" destOrd="0" parTransId="{47B5AA95-C9C7-48C0-8302-923ECA730D70}" sibTransId="{53D8A928-9B3D-4FA2-9251-537BA727EBCE}"/>
    <dgm:cxn modelId="{4232D1A5-A936-42C2-89D9-B39DE0311E36}" type="presOf" srcId="{5A2839F9-90F9-43F4-9C5A-B5E1F45E2757}" destId="{4E6CAF59-53BB-4212-BFC0-07C5B385BA5C}" srcOrd="0" destOrd="0" presId="urn:microsoft.com/office/officeart/2018/2/layout/IconVerticalSolidList"/>
    <dgm:cxn modelId="{018D6CDB-6C6D-4B71-96D7-7227890680AB}" type="presOf" srcId="{209BD34A-9057-426E-A135-4103F0BEED89}" destId="{F8B0B3A8-1B16-45A4-B24E-DEA6FB712A38}" srcOrd="0" destOrd="0" presId="urn:microsoft.com/office/officeart/2018/2/layout/IconVerticalSolidList"/>
    <dgm:cxn modelId="{5B8CEC28-0D6B-4E71-95D1-7190ED59F9F5}" type="presParOf" srcId="{B3F93D55-B606-4E0D-A378-BC29381E3562}" destId="{B46A4B8C-4A16-4A2D-89C0-966C3F1AD9E5}" srcOrd="0" destOrd="0" presId="urn:microsoft.com/office/officeart/2018/2/layout/IconVerticalSolidList"/>
    <dgm:cxn modelId="{57243C94-4F72-4FB1-9557-D3C12EFF5FFC}" type="presParOf" srcId="{B46A4B8C-4A16-4A2D-89C0-966C3F1AD9E5}" destId="{56184D08-A52D-4722-BB14-555DA032C4C0}" srcOrd="0" destOrd="0" presId="urn:microsoft.com/office/officeart/2018/2/layout/IconVerticalSolidList"/>
    <dgm:cxn modelId="{A1BC45BC-D28E-451E-B29E-B834433210A7}" type="presParOf" srcId="{B46A4B8C-4A16-4A2D-89C0-966C3F1AD9E5}" destId="{2356061B-7814-49DD-A028-E2F72FE8B3EB}" srcOrd="1" destOrd="0" presId="urn:microsoft.com/office/officeart/2018/2/layout/IconVerticalSolidList"/>
    <dgm:cxn modelId="{1B7EB9DE-E254-4682-BE21-7AFC479D65B1}" type="presParOf" srcId="{B46A4B8C-4A16-4A2D-89C0-966C3F1AD9E5}" destId="{8EF59352-D76A-4794-A605-1D75C51F73AE}" srcOrd="2" destOrd="0" presId="urn:microsoft.com/office/officeart/2018/2/layout/IconVerticalSolidList"/>
    <dgm:cxn modelId="{F37A1E81-EE16-4FF7-A2FD-B22313FDAA87}" type="presParOf" srcId="{B46A4B8C-4A16-4A2D-89C0-966C3F1AD9E5}" destId="{F8B0B3A8-1B16-45A4-B24E-DEA6FB712A38}" srcOrd="3" destOrd="0" presId="urn:microsoft.com/office/officeart/2018/2/layout/IconVerticalSolidList"/>
    <dgm:cxn modelId="{9C2E77C6-D24D-4B6C-9B6B-540E17F3B149}" type="presParOf" srcId="{B3F93D55-B606-4E0D-A378-BC29381E3562}" destId="{A26858D0-BCDF-4C24-B780-6C4B99C3FD7A}" srcOrd="1" destOrd="0" presId="urn:microsoft.com/office/officeart/2018/2/layout/IconVerticalSolidList"/>
    <dgm:cxn modelId="{3FB88521-D039-4459-8A68-1EC0DBBBC3FB}" type="presParOf" srcId="{B3F93D55-B606-4E0D-A378-BC29381E3562}" destId="{D8A56D15-3F63-46A6-827D-FF18C2BC8B17}" srcOrd="2" destOrd="0" presId="urn:microsoft.com/office/officeart/2018/2/layout/IconVerticalSolidList"/>
    <dgm:cxn modelId="{FE2C7A79-F454-46A5-855F-C107223C57A1}" type="presParOf" srcId="{D8A56D15-3F63-46A6-827D-FF18C2BC8B17}" destId="{2043C2CC-823A-4CA8-853B-72C1C48781F2}" srcOrd="0" destOrd="0" presId="urn:microsoft.com/office/officeart/2018/2/layout/IconVerticalSolidList"/>
    <dgm:cxn modelId="{ABC34DB3-41BF-4DA9-858C-BE91DC534145}" type="presParOf" srcId="{D8A56D15-3F63-46A6-827D-FF18C2BC8B17}" destId="{152A3880-D26F-43D0-B586-236A2FCDD148}" srcOrd="1" destOrd="0" presId="urn:microsoft.com/office/officeart/2018/2/layout/IconVerticalSolidList"/>
    <dgm:cxn modelId="{FEC2E4FD-C67D-427D-BCAD-4FF69BA2B15C}" type="presParOf" srcId="{D8A56D15-3F63-46A6-827D-FF18C2BC8B17}" destId="{815C901B-8C76-45F3-9FD1-C44E61D9B241}" srcOrd="2" destOrd="0" presId="urn:microsoft.com/office/officeart/2018/2/layout/IconVerticalSolidList"/>
    <dgm:cxn modelId="{4689810F-6BF3-45C3-91A7-B0076ACDA03A}" type="presParOf" srcId="{D8A56D15-3F63-46A6-827D-FF18C2BC8B17}" destId="{73F4B9EE-8934-4678-B2E6-93C9A6DDDB89}" srcOrd="3" destOrd="0" presId="urn:microsoft.com/office/officeart/2018/2/layout/IconVerticalSolidList"/>
    <dgm:cxn modelId="{1F43D1CD-51E4-4799-9867-8EEF5EF53E3D}" type="presParOf" srcId="{B3F93D55-B606-4E0D-A378-BC29381E3562}" destId="{C503F9BD-1BAD-4A5C-88AD-1885FD087773}" srcOrd="3" destOrd="0" presId="urn:microsoft.com/office/officeart/2018/2/layout/IconVerticalSolidList"/>
    <dgm:cxn modelId="{B47A64A3-6D85-46FB-B7DC-04679ED965A0}" type="presParOf" srcId="{B3F93D55-B606-4E0D-A378-BC29381E3562}" destId="{A5D68AFE-6E33-444A-AF9B-C9F62817D126}" srcOrd="4" destOrd="0" presId="urn:microsoft.com/office/officeart/2018/2/layout/IconVerticalSolidList"/>
    <dgm:cxn modelId="{28FEB0FC-F0E9-4D85-8E4F-B494B1ECFE37}" type="presParOf" srcId="{A5D68AFE-6E33-444A-AF9B-C9F62817D126}" destId="{E55E80A0-4AE0-4ED5-994D-1F273CE579EB}" srcOrd="0" destOrd="0" presId="urn:microsoft.com/office/officeart/2018/2/layout/IconVerticalSolidList"/>
    <dgm:cxn modelId="{FD31B0F6-7AAA-429E-A4C3-C75A5E480C28}" type="presParOf" srcId="{A5D68AFE-6E33-444A-AF9B-C9F62817D126}" destId="{A4168F63-5674-4666-94A4-5AAAECBA4E13}" srcOrd="1" destOrd="0" presId="urn:microsoft.com/office/officeart/2018/2/layout/IconVerticalSolidList"/>
    <dgm:cxn modelId="{D2E61250-331A-4440-B80E-CA9803A4762C}" type="presParOf" srcId="{A5D68AFE-6E33-444A-AF9B-C9F62817D126}" destId="{B1941D39-39F0-48B3-A0B5-A422F6761AA9}" srcOrd="2" destOrd="0" presId="urn:microsoft.com/office/officeart/2018/2/layout/IconVerticalSolidList"/>
    <dgm:cxn modelId="{5F28A4B8-99F1-40EC-B070-30AA5BB1CDF1}" type="presParOf" srcId="{A5D68AFE-6E33-444A-AF9B-C9F62817D126}" destId="{4E6CAF59-53BB-4212-BFC0-07C5B385BA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CBB7FE-EEC9-4F83-B8A3-43E2C5B21DD8}" type="doc">
      <dgm:prSet loTypeId="urn:microsoft.com/office/officeart/2005/8/layout/cycle8" loCatId="cycle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1112FC7-CA98-41E8-BE93-7E01561548F4}">
      <dgm:prSet/>
      <dgm:spPr/>
      <dgm:t>
        <a:bodyPr/>
        <a:lstStyle/>
        <a:p>
          <a:r>
            <a:rPr lang="en-GB"/>
            <a:t>Email OTP verification for users</a:t>
          </a:r>
          <a:endParaRPr lang="en-US"/>
        </a:p>
      </dgm:t>
    </dgm:pt>
    <dgm:pt modelId="{51B42553-EFBC-4EB1-B36F-B23BEB214587}" type="parTrans" cxnId="{38C7C1EF-FEB5-4735-A3BA-9223D6ECAD91}">
      <dgm:prSet/>
      <dgm:spPr/>
      <dgm:t>
        <a:bodyPr/>
        <a:lstStyle/>
        <a:p>
          <a:endParaRPr lang="en-US"/>
        </a:p>
      </dgm:t>
    </dgm:pt>
    <dgm:pt modelId="{7954B319-84B8-4741-AD3E-B6BA8117CA41}" type="sibTrans" cxnId="{38C7C1EF-FEB5-4735-A3BA-9223D6ECAD91}">
      <dgm:prSet/>
      <dgm:spPr/>
      <dgm:t>
        <a:bodyPr/>
        <a:lstStyle/>
        <a:p>
          <a:endParaRPr lang="en-US"/>
        </a:p>
      </dgm:t>
    </dgm:pt>
    <dgm:pt modelId="{D07AF3FF-52FC-4578-8597-BC2F5B469968}">
      <dgm:prSet/>
      <dgm:spPr/>
      <dgm:t>
        <a:bodyPr/>
        <a:lstStyle/>
        <a:p>
          <a:r>
            <a:rPr lang="en-GB"/>
            <a:t>Role-based access control (RBAC)</a:t>
          </a:r>
          <a:endParaRPr lang="en-US"/>
        </a:p>
      </dgm:t>
    </dgm:pt>
    <dgm:pt modelId="{6F942A5E-8020-4723-99DA-6763CE007108}" type="parTrans" cxnId="{7E5231FA-FA8A-418F-A1DA-6B822F361292}">
      <dgm:prSet/>
      <dgm:spPr/>
      <dgm:t>
        <a:bodyPr/>
        <a:lstStyle/>
        <a:p>
          <a:endParaRPr lang="en-US"/>
        </a:p>
      </dgm:t>
    </dgm:pt>
    <dgm:pt modelId="{D4D0469F-2BEA-4BBA-B688-81B4CBA8E7A2}" type="sibTrans" cxnId="{7E5231FA-FA8A-418F-A1DA-6B822F361292}">
      <dgm:prSet/>
      <dgm:spPr/>
      <dgm:t>
        <a:bodyPr/>
        <a:lstStyle/>
        <a:p>
          <a:endParaRPr lang="en-US"/>
        </a:p>
      </dgm:t>
    </dgm:pt>
    <dgm:pt modelId="{5898BB88-F7DB-49EA-BAB8-E4F4B2F5267E}">
      <dgm:prSet/>
      <dgm:spPr/>
      <dgm:t>
        <a:bodyPr/>
        <a:lstStyle/>
        <a:p>
          <a:r>
            <a:rPr lang="en-GB"/>
            <a:t>University data isolation</a:t>
          </a:r>
          <a:endParaRPr lang="en-US"/>
        </a:p>
      </dgm:t>
    </dgm:pt>
    <dgm:pt modelId="{A6D66157-9C32-4639-988E-40132D46C5BA}" type="parTrans" cxnId="{6FADC952-B77C-46F0-B6A9-214606ADFD8E}">
      <dgm:prSet/>
      <dgm:spPr/>
      <dgm:t>
        <a:bodyPr/>
        <a:lstStyle/>
        <a:p>
          <a:endParaRPr lang="en-US"/>
        </a:p>
      </dgm:t>
    </dgm:pt>
    <dgm:pt modelId="{88FC20E3-7533-4DF7-83EE-61A450349390}" type="sibTrans" cxnId="{6FADC952-B77C-46F0-B6A9-214606ADFD8E}">
      <dgm:prSet/>
      <dgm:spPr/>
      <dgm:t>
        <a:bodyPr/>
        <a:lstStyle/>
        <a:p>
          <a:endParaRPr lang="en-US"/>
        </a:p>
      </dgm:t>
    </dgm:pt>
    <dgm:pt modelId="{D9B6C5CB-C387-42D4-AE1E-C03AB05CFF5E}">
      <dgm:prSet/>
      <dgm:spPr/>
      <dgm:t>
        <a:bodyPr/>
        <a:lstStyle/>
        <a:p>
          <a:r>
            <a:rPr lang="en-GB"/>
            <a:t>Soft deletion for recoverability</a:t>
          </a:r>
          <a:endParaRPr lang="en-US"/>
        </a:p>
      </dgm:t>
    </dgm:pt>
    <dgm:pt modelId="{8AC5BF4C-E72F-468C-AFF9-108C0DA70FDF}" type="parTrans" cxnId="{1AF47E50-4C12-418C-9017-22B1A8F6EF2F}">
      <dgm:prSet/>
      <dgm:spPr/>
      <dgm:t>
        <a:bodyPr/>
        <a:lstStyle/>
        <a:p>
          <a:endParaRPr lang="en-US"/>
        </a:p>
      </dgm:t>
    </dgm:pt>
    <dgm:pt modelId="{E7902B66-0552-4A20-80AA-39A344DE9525}" type="sibTrans" cxnId="{1AF47E50-4C12-418C-9017-22B1A8F6EF2F}">
      <dgm:prSet/>
      <dgm:spPr/>
      <dgm:t>
        <a:bodyPr/>
        <a:lstStyle/>
        <a:p>
          <a:endParaRPr lang="en-US"/>
        </a:p>
      </dgm:t>
    </dgm:pt>
    <dgm:pt modelId="{F45EFD0D-0B53-4333-BC4F-0FA6E5C9A935}">
      <dgm:prSet/>
      <dgm:spPr/>
      <dgm:t>
        <a:bodyPr/>
        <a:lstStyle/>
        <a:p>
          <a:r>
            <a:rPr lang="en-GB"/>
            <a:t>Timestamps and traceability for all database actions</a:t>
          </a:r>
          <a:endParaRPr lang="en-US"/>
        </a:p>
      </dgm:t>
    </dgm:pt>
    <dgm:pt modelId="{5D0ECFC3-31FD-49E6-A6BD-4024F9F2CFD6}" type="parTrans" cxnId="{3C50DDB4-CB5A-4989-AAA0-6BCA438F3E16}">
      <dgm:prSet/>
      <dgm:spPr/>
      <dgm:t>
        <a:bodyPr/>
        <a:lstStyle/>
        <a:p>
          <a:endParaRPr lang="en-US"/>
        </a:p>
      </dgm:t>
    </dgm:pt>
    <dgm:pt modelId="{F5724D22-EC7A-4DEE-9837-208C3911D936}" type="sibTrans" cxnId="{3C50DDB4-CB5A-4989-AAA0-6BCA438F3E16}">
      <dgm:prSet/>
      <dgm:spPr/>
      <dgm:t>
        <a:bodyPr/>
        <a:lstStyle/>
        <a:p>
          <a:endParaRPr lang="en-US"/>
        </a:p>
      </dgm:t>
    </dgm:pt>
    <dgm:pt modelId="{09EFA5D7-5D1D-4F39-A2EF-BC349643DA65}" type="pres">
      <dgm:prSet presAssocID="{0BCBB7FE-EEC9-4F83-B8A3-43E2C5B21DD8}" presName="compositeShape" presStyleCnt="0">
        <dgm:presLayoutVars>
          <dgm:chMax val="7"/>
          <dgm:dir/>
          <dgm:resizeHandles val="exact"/>
        </dgm:presLayoutVars>
      </dgm:prSet>
      <dgm:spPr/>
    </dgm:pt>
    <dgm:pt modelId="{5FAAD1F1-58BB-42E6-B5BD-99B6E7F8B677}" type="pres">
      <dgm:prSet presAssocID="{0BCBB7FE-EEC9-4F83-B8A3-43E2C5B21DD8}" presName="wedge1" presStyleLbl="node1" presStyleIdx="0" presStyleCnt="5"/>
      <dgm:spPr/>
    </dgm:pt>
    <dgm:pt modelId="{C66855C1-C763-4396-BAD6-29118413C6A7}" type="pres">
      <dgm:prSet presAssocID="{0BCBB7FE-EEC9-4F83-B8A3-43E2C5B21DD8}" presName="dummy1a" presStyleCnt="0"/>
      <dgm:spPr/>
    </dgm:pt>
    <dgm:pt modelId="{F5D0D356-472E-4A29-9564-3A80FA7A711D}" type="pres">
      <dgm:prSet presAssocID="{0BCBB7FE-EEC9-4F83-B8A3-43E2C5B21DD8}" presName="dummy1b" presStyleCnt="0"/>
      <dgm:spPr/>
    </dgm:pt>
    <dgm:pt modelId="{F2CB3B57-919F-4168-A0B1-3FEA96F271A3}" type="pres">
      <dgm:prSet presAssocID="{0BCBB7FE-EEC9-4F83-B8A3-43E2C5B21DD8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942FA49-647F-402C-91A4-28A86DE334A6}" type="pres">
      <dgm:prSet presAssocID="{0BCBB7FE-EEC9-4F83-B8A3-43E2C5B21DD8}" presName="wedge2" presStyleLbl="node1" presStyleIdx="1" presStyleCnt="5"/>
      <dgm:spPr/>
    </dgm:pt>
    <dgm:pt modelId="{3E538964-4AF5-4F9C-8A5C-F7E530D1B962}" type="pres">
      <dgm:prSet presAssocID="{0BCBB7FE-EEC9-4F83-B8A3-43E2C5B21DD8}" presName="dummy2a" presStyleCnt="0"/>
      <dgm:spPr/>
    </dgm:pt>
    <dgm:pt modelId="{DC72C139-E737-4E7F-9DA7-8CF77379381A}" type="pres">
      <dgm:prSet presAssocID="{0BCBB7FE-EEC9-4F83-B8A3-43E2C5B21DD8}" presName="dummy2b" presStyleCnt="0"/>
      <dgm:spPr/>
    </dgm:pt>
    <dgm:pt modelId="{68101285-2465-441F-AABA-3534BF8FB59B}" type="pres">
      <dgm:prSet presAssocID="{0BCBB7FE-EEC9-4F83-B8A3-43E2C5B21DD8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6F0B9E6-1B6A-49BB-AB87-C7F151C57D00}" type="pres">
      <dgm:prSet presAssocID="{0BCBB7FE-EEC9-4F83-B8A3-43E2C5B21DD8}" presName="wedge3" presStyleLbl="node1" presStyleIdx="2" presStyleCnt="5"/>
      <dgm:spPr/>
    </dgm:pt>
    <dgm:pt modelId="{A81E6288-C013-43AC-A612-D9F7FA3721D1}" type="pres">
      <dgm:prSet presAssocID="{0BCBB7FE-EEC9-4F83-B8A3-43E2C5B21DD8}" presName="dummy3a" presStyleCnt="0"/>
      <dgm:spPr/>
    </dgm:pt>
    <dgm:pt modelId="{E0060E68-0876-493C-84ED-5D6798DD5BC9}" type="pres">
      <dgm:prSet presAssocID="{0BCBB7FE-EEC9-4F83-B8A3-43E2C5B21DD8}" presName="dummy3b" presStyleCnt="0"/>
      <dgm:spPr/>
    </dgm:pt>
    <dgm:pt modelId="{5E3DD478-CE47-4798-BA10-AD4F1C2D8686}" type="pres">
      <dgm:prSet presAssocID="{0BCBB7FE-EEC9-4F83-B8A3-43E2C5B21DD8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5299F0B-CAEA-48EC-A7E3-9F187A2F76BE}" type="pres">
      <dgm:prSet presAssocID="{0BCBB7FE-EEC9-4F83-B8A3-43E2C5B21DD8}" presName="wedge4" presStyleLbl="node1" presStyleIdx="3" presStyleCnt="5"/>
      <dgm:spPr/>
    </dgm:pt>
    <dgm:pt modelId="{7E5DA346-F11E-4DAE-8BA6-28CAEC7737DE}" type="pres">
      <dgm:prSet presAssocID="{0BCBB7FE-EEC9-4F83-B8A3-43E2C5B21DD8}" presName="dummy4a" presStyleCnt="0"/>
      <dgm:spPr/>
    </dgm:pt>
    <dgm:pt modelId="{5A04976C-7469-4774-ADB4-972E33BB90D8}" type="pres">
      <dgm:prSet presAssocID="{0BCBB7FE-EEC9-4F83-B8A3-43E2C5B21DD8}" presName="dummy4b" presStyleCnt="0"/>
      <dgm:spPr/>
    </dgm:pt>
    <dgm:pt modelId="{D9748AEF-B704-4C8D-BEAE-11B4663A4792}" type="pres">
      <dgm:prSet presAssocID="{0BCBB7FE-EEC9-4F83-B8A3-43E2C5B21DD8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0C225E3-EA3E-4B14-A385-525ACD2B7E56}" type="pres">
      <dgm:prSet presAssocID="{0BCBB7FE-EEC9-4F83-B8A3-43E2C5B21DD8}" presName="wedge5" presStyleLbl="node1" presStyleIdx="4" presStyleCnt="5"/>
      <dgm:spPr/>
    </dgm:pt>
    <dgm:pt modelId="{36EE869E-0948-4DCD-B7EB-0FDB0F6F7B28}" type="pres">
      <dgm:prSet presAssocID="{0BCBB7FE-EEC9-4F83-B8A3-43E2C5B21DD8}" presName="dummy5a" presStyleCnt="0"/>
      <dgm:spPr/>
    </dgm:pt>
    <dgm:pt modelId="{3BBA3CF1-5B42-412A-88EB-020ACF23697E}" type="pres">
      <dgm:prSet presAssocID="{0BCBB7FE-EEC9-4F83-B8A3-43E2C5B21DD8}" presName="dummy5b" presStyleCnt="0"/>
      <dgm:spPr/>
    </dgm:pt>
    <dgm:pt modelId="{E0C775DB-8E3A-48EC-AD89-DF5624B14056}" type="pres">
      <dgm:prSet presAssocID="{0BCBB7FE-EEC9-4F83-B8A3-43E2C5B21DD8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38CA863A-DDE2-42B6-BCF4-E3EC17CD4255}" type="pres">
      <dgm:prSet presAssocID="{7954B319-84B8-4741-AD3E-B6BA8117CA41}" presName="arrowWedge1" presStyleLbl="fgSibTrans2D1" presStyleIdx="0" presStyleCnt="5"/>
      <dgm:spPr/>
    </dgm:pt>
    <dgm:pt modelId="{B658D24C-F428-4DE9-B142-9AEBE226E2CB}" type="pres">
      <dgm:prSet presAssocID="{D4D0469F-2BEA-4BBA-B688-81B4CBA8E7A2}" presName="arrowWedge2" presStyleLbl="fgSibTrans2D1" presStyleIdx="1" presStyleCnt="5"/>
      <dgm:spPr/>
    </dgm:pt>
    <dgm:pt modelId="{43E077C2-C6CF-496F-AE8E-7964BF0D55D4}" type="pres">
      <dgm:prSet presAssocID="{88FC20E3-7533-4DF7-83EE-61A450349390}" presName="arrowWedge3" presStyleLbl="fgSibTrans2D1" presStyleIdx="2" presStyleCnt="5"/>
      <dgm:spPr/>
    </dgm:pt>
    <dgm:pt modelId="{4B0CA183-895A-4CF1-8DF5-3C3A9DDBDF7A}" type="pres">
      <dgm:prSet presAssocID="{E7902B66-0552-4A20-80AA-39A344DE9525}" presName="arrowWedge4" presStyleLbl="fgSibTrans2D1" presStyleIdx="3" presStyleCnt="5"/>
      <dgm:spPr/>
    </dgm:pt>
    <dgm:pt modelId="{1AAD47A6-6575-490D-8F9A-CAF3ADE4D5FE}" type="pres">
      <dgm:prSet presAssocID="{F5724D22-EC7A-4DEE-9837-208C3911D936}" presName="arrowWedge5" presStyleLbl="fgSibTrans2D1" presStyleIdx="4" presStyleCnt="5"/>
      <dgm:spPr/>
    </dgm:pt>
  </dgm:ptLst>
  <dgm:cxnLst>
    <dgm:cxn modelId="{21F06108-C761-4D15-B4E6-C4EA26BA504E}" type="presOf" srcId="{51112FC7-CA98-41E8-BE93-7E01561548F4}" destId="{5FAAD1F1-58BB-42E6-B5BD-99B6E7F8B677}" srcOrd="0" destOrd="0" presId="urn:microsoft.com/office/officeart/2005/8/layout/cycle8"/>
    <dgm:cxn modelId="{B537C624-D9D6-4582-B3B4-A900D844FF25}" type="presOf" srcId="{51112FC7-CA98-41E8-BE93-7E01561548F4}" destId="{F2CB3B57-919F-4168-A0B1-3FEA96F271A3}" srcOrd="1" destOrd="0" presId="urn:microsoft.com/office/officeart/2005/8/layout/cycle8"/>
    <dgm:cxn modelId="{4058682D-30DA-4C73-8266-2AD555DC6404}" type="presOf" srcId="{F45EFD0D-0B53-4333-BC4F-0FA6E5C9A935}" destId="{70C225E3-EA3E-4B14-A385-525ACD2B7E56}" srcOrd="0" destOrd="0" presId="urn:microsoft.com/office/officeart/2005/8/layout/cycle8"/>
    <dgm:cxn modelId="{5E015141-AE9D-4616-813C-A72BD1E8388D}" type="presOf" srcId="{F45EFD0D-0B53-4333-BC4F-0FA6E5C9A935}" destId="{E0C775DB-8E3A-48EC-AD89-DF5624B14056}" srcOrd="1" destOrd="0" presId="urn:microsoft.com/office/officeart/2005/8/layout/cycle8"/>
    <dgm:cxn modelId="{F5029B66-2288-4456-9F7F-773805274A2E}" type="presOf" srcId="{D9B6C5CB-C387-42D4-AE1E-C03AB05CFF5E}" destId="{A5299F0B-CAEA-48EC-A7E3-9F187A2F76BE}" srcOrd="0" destOrd="0" presId="urn:microsoft.com/office/officeart/2005/8/layout/cycle8"/>
    <dgm:cxn modelId="{183AE946-5874-4CB1-9B43-342C10A3DB75}" type="presOf" srcId="{5898BB88-F7DB-49EA-BAB8-E4F4B2F5267E}" destId="{5E3DD478-CE47-4798-BA10-AD4F1C2D8686}" srcOrd="1" destOrd="0" presId="urn:microsoft.com/office/officeart/2005/8/layout/cycle8"/>
    <dgm:cxn modelId="{EA0AE66B-8E66-442F-A6FE-B2B37ADD2BFA}" type="presOf" srcId="{D9B6C5CB-C387-42D4-AE1E-C03AB05CFF5E}" destId="{D9748AEF-B704-4C8D-BEAE-11B4663A4792}" srcOrd="1" destOrd="0" presId="urn:microsoft.com/office/officeart/2005/8/layout/cycle8"/>
    <dgm:cxn modelId="{1AF47E50-4C12-418C-9017-22B1A8F6EF2F}" srcId="{0BCBB7FE-EEC9-4F83-B8A3-43E2C5B21DD8}" destId="{D9B6C5CB-C387-42D4-AE1E-C03AB05CFF5E}" srcOrd="3" destOrd="0" parTransId="{8AC5BF4C-E72F-468C-AFF9-108C0DA70FDF}" sibTransId="{E7902B66-0552-4A20-80AA-39A344DE9525}"/>
    <dgm:cxn modelId="{6FADC952-B77C-46F0-B6A9-214606ADFD8E}" srcId="{0BCBB7FE-EEC9-4F83-B8A3-43E2C5B21DD8}" destId="{5898BB88-F7DB-49EA-BAB8-E4F4B2F5267E}" srcOrd="2" destOrd="0" parTransId="{A6D66157-9C32-4639-988E-40132D46C5BA}" sibTransId="{88FC20E3-7533-4DF7-83EE-61A450349390}"/>
    <dgm:cxn modelId="{3CBDB7A2-8B42-4254-9E1D-336A9AF597EB}" type="presOf" srcId="{D07AF3FF-52FC-4578-8597-BC2F5B469968}" destId="{68101285-2465-441F-AABA-3534BF8FB59B}" srcOrd="1" destOrd="0" presId="urn:microsoft.com/office/officeart/2005/8/layout/cycle8"/>
    <dgm:cxn modelId="{9AB3FDA5-ED5D-4D87-AB87-7F6A5CD32B2F}" type="presOf" srcId="{D07AF3FF-52FC-4578-8597-BC2F5B469968}" destId="{E942FA49-647F-402C-91A4-28A86DE334A6}" srcOrd="0" destOrd="0" presId="urn:microsoft.com/office/officeart/2005/8/layout/cycle8"/>
    <dgm:cxn modelId="{F41866AF-F854-4C5D-B71A-ECA82EAE8174}" type="presOf" srcId="{5898BB88-F7DB-49EA-BAB8-E4F4B2F5267E}" destId="{E6F0B9E6-1B6A-49BB-AB87-C7F151C57D00}" srcOrd="0" destOrd="0" presId="urn:microsoft.com/office/officeart/2005/8/layout/cycle8"/>
    <dgm:cxn modelId="{3C50DDB4-CB5A-4989-AAA0-6BCA438F3E16}" srcId="{0BCBB7FE-EEC9-4F83-B8A3-43E2C5B21DD8}" destId="{F45EFD0D-0B53-4333-BC4F-0FA6E5C9A935}" srcOrd="4" destOrd="0" parTransId="{5D0ECFC3-31FD-49E6-A6BD-4024F9F2CFD6}" sibTransId="{F5724D22-EC7A-4DEE-9837-208C3911D936}"/>
    <dgm:cxn modelId="{C3400DE2-F5EF-4199-822C-BCFB85ECE949}" type="presOf" srcId="{0BCBB7FE-EEC9-4F83-B8A3-43E2C5B21DD8}" destId="{09EFA5D7-5D1D-4F39-A2EF-BC349643DA65}" srcOrd="0" destOrd="0" presId="urn:microsoft.com/office/officeart/2005/8/layout/cycle8"/>
    <dgm:cxn modelId="{38C7C1EF-FEB5-4735-A3BA-9223D6ECAD91}" srcId="{0BCBB7FE-EEC9-4F83-B8A3-43E2C5B21DD8}" destId="{51112FC7-CA98-41E8-BE93-7E01561548F4}" srcOrd="0" destOrd="0" parTransId="{51B42553-EFBC-4EB1-B36F-B23BEB214587}" sibTransId="{7954B319-84B8-4741-AD3E-B6BA8117CA41}"/>
    <dgm:cxn modelId="{7E5231FA-FA8A-418F-A1DA-6B822F361292}" srcId="{0BCBB7FE-EEC9-4F83-B8A3-43E2C5B21DD8}" destId="{D07AF3FF-52FC-4578-8597-BC2F5B469968}" srcOrd="1" destOrd="0" parTransId="{6F942A5E-8020-4723-99DA-6763CE007108}" sibTransId="{D4D0469F-2BEA-4BBA-B688-81B4CBA8E7A2}"/>
    <dgm:cxn modelId="{64908CC9-A600-4469-A12D-F40E39411BA6}" type="presParOf" srcId="{09EFA5D7-5D1D-4F39-A2EF-BC349643DA65}" destId="{5FAAD1F1-58BB-42E6-B5BD-99B6E7F8B677}" srcOrd="0" destOrd="0" presId="urn:microsoft.com/office/officeart/2005/8/layout/cycle8"/>
    <dgm:cxn modelId="{C8110B32-95A4-4503-9806-BF0ED7CE094A}" type="presParOf" srcId="{09EFA5D7-5D1D-4F39-A2EF-BC349643DA65}" destId="{C66855C1-C763-4396-BAD6-29118413C6A7}" srcOrd="1" destOrd="0" presId="urn:microsoft.com/office/officeart/2005/8/layout/cycle8"/>
    <dgm:cxn modelId="{590C1B4E-7450-4FE9-B940-A9385DF898E2}" type="presParOf" srcId="{09EFA5D7-5D1D-4F39-A2EF-BC349643DA65}" destId="{F5D0D356-472E-4A29-9564-3A80FA7A711D}" srcOrd="2" destOrd="0" presId="urn:microsoft.com/office/officeart/2005/8/layout/cycle8"/>
    <dgm:cxn modelId="{5CBE2102-64CD-4B52-BDF0-E4A3304DD00C}" type="presParOf" srcId="{09EFA5D7-5D1D-4F39-A2EF-BC349643DA65}" destId="{F2CB3B57-919F-4168-A0B1-3FEA96F271A3}" srcOrd="3" destOrd="0" presId="urn:microsoft.com/office/officeart/2005/8/layout/cycle8"/>
    <dgm:cxn modelId="{22F7B42F-27D4-4DB4-9E19-6B701E335108}" type="presParOf" srcId="{09EFA5D7-5D1D-4F39-A2EF-BC349643DA65}" destId="{E942FA49-647F-402C-91A4-28A86DE334A6}" srcOrd="4" destOrd="0" presId="urn:microsoft.com/office/officeart/2005/8/layout/cycle8"/>
    <dgm:cxn modelId="{C8A7B6F8-C7CC-4CE5-ABEF-265B66F40F7B}" type="presParOf" srcId="{09EFA5D7-5D1D-4F39-A2EF-BC349643DA65}" destId="{3E538964-4AF5-4F9C-8A5C-F7E530D1B962}" srcOrd="5" destOrd="0" presId="urn:microsoft.com/office/officeart/2005/8/layout/cycle8"/>
    <dgm:cxn modelId="{697F548A-EA6B-4A75-A854-1114D4FFA82B}" type="presParOf" srcId="{09EFA5D7-5D1D-4F39-A2EF-BC349643DA65}" destId="{DC72C139-E737-4E7F-9DA7-8CF77379381A}" srcOrd="6" destOrd="0" presId="urn:microsoft.com/office/officeart/2005/8/layout/cycle8"/>
    <dgm:cxn modelId="{F99731BF-FFA3-4184-8884-288071D7E4D1}" type="presParOf" srcId="{09EFA5D7-5D1D-4F39-A2EF-BC349643DA65}" destId="{68101285-2465-441F-AABA-3534BF8FB59B}" srcOrd="7" destOrd="0" presId="urn:microsoft.com/office/officeart/2005/8/layout/cycle8"/>
    <dgm:cxn modelId="{4B8D4980-79FD-493E-A049-5675E0CE0390}" type="presParOf" srcId="{09EFA5D7-5D1D-4F39-A2EF-BC349643DA65}" destId="{E6F0B9E6-1B6A-49BB-AB87-C7F151C57D00}" srcOrd="8" destOrd="0" presId="urn:microsoft.com/office/officeart/2005/8/layout/cycle8"/>
    <dgm:cxn modelId="{46503615-D1C4-4DAD-B1F1-83FDB4DF9A8E}" type="presParOf" srcId="{09EFA5D7-5D1D-4F39-A2EF-BC349643DA65}" destId="{A81E6288-C013-43AC-A612-D9F7FA3721D1}" srcOrd="9" destOrd="0" presId="urn:microsoft.com/office/officeart/2005/8/layout/cycle8"/>
    <dgm:cxn modelId="{40EB2547-510B-4763-A75A-5AAFDC4BEBA7}" type="presParOf" srcId="{09EFA5D7-5D1D-4F39-A2EF-BC349643DA65}" destId="{E0060E68-0876-493C-84ED-5D6798DD5BC9}" srcOrd="10" destOrd="0" presId="urn:microsoft.com/office/officeart/2005/8/layout/cycle8"/>
    <dgm:cxn modelId="{E95A857B-8718-4697-8984-147B3C8E93B0}" type="presParOf" srcId="{09EFA5D7-5D1D-4F39-A2EF-BC349643DA65}" destId="{5E3DD478-CE47-4798-BA10-AD4F1C2D8686}" srcOrd="11" destOrd="0" presId="urn:microsoft.com/office/officeart/2005/8/layout/cycle8"/>
    <dgm:cxn modelId="{75535402-B178-4828-84B6-69016AD6589A}" type="presParOf" srcId="{09EFA5D7-5D1D-4F39-A2EF-BC349643DA65}" destId="{A5299F0B-CAEA-48EC-A7E3-9F187A2F76BE}" srcOrd="12" destOrd="0" presId="urn:microsoft.com/office/officeart/2005/8/layout/cycle8"/>
    <dgm:cxn modelId="{B2DB0642-BA90-445B-8FD8-2C22A934FD08}" type="presParOf" srcId="{09EFA5D7-5D1D-4F39-A2EF-BC349643DA65}" destId="{7E5DA346-F11E-4DAE-8BA6-28CAEC7737DE}" srcOrd="13" destOrd="0" presId="urn:microsoft.com/office/officeart/2005/8/layout/cycle8"/>
    <dgm:cxn modelId="{410D225A-A7C6-42E4-9B3C-D6B853B0F91C}" type="presParOf" srcId="{09EFA5D7-5D1D-4F39-A2EF-BC349643DA65}" destId="{5A04976C-7469-4774-ADB4-972E33BB90D8}" srcOrd="14" destOrd="0" presId="urn:microsoft.com/office/officeart/2005/8/layout/cycle8"/>
    <dgm:cxn modelId="{16E4C325-3D79-413A-8FFB-E05A0AA07FB2}" type="presParOf" srcId="{09EFA5D7-5D1D-4F39-A2EF-BC349643DA65}" destId="{D9748AEF-B704-4C8D-BEAE-11B4663A4792}" srcOrd="15" destOrd="0" presId="urn:microsoft.com/office/officeart/2005/8/layout/cycle8"/>
    <dgm:cxn modelId="{642E84F9-80CA-4E9A-925A-D2AF533ADBEE}" type="presParOf" srcId="{09EFA5D7-5D1D-4F39-A2EF-BC349643DA65}" destId="{70C225E3-EA3E-4B14-A385-525ACD2B7E56}" srcOrd="16" destOrd="0" presId="urn:microsoft.com/office/officeart/2005/8/layout/cycle8"/>
    <dgm:cxn modelId="{41549C41-7417-41A4-A898-D6A2F53C36C1}" type="presParOf" srcId="{09EFA5D7-5D1D-4F39-A2EF-BC349643DA65}" destId="{36EE869E-0948-4DCD-B7EB-0FDB0F6F7B28}" srcOrd="17" destOrd="0" presId="urn:microsoft.com/office/officeart/2005/8/layout/cycle8"/>
    <dgm:cxn modelId="{B6730D50-BA06-4BD0-8941-0DF9517FBA14}" type="presParOf" srcId="{09EFA5D7-5D1D-4F39-A2EF-BC349643DA65}" destId="{3BBA3CF1-5B42-412A-88EB-020ACF23697E}" srcOrd="18" destOrd="0" presId="urn:microsoft.com/office/officeart/2005/8/layout/cycle8"/>
    <dgm:cxn modelId="{7995E80D-DB8E-4FFF-9F5F-25CB5C59231D}" type="presParOf" srcId="{09EFA5D7-5D1D-4F39-A2EF-BC349643DA65}" destId="{E0C775DB-8E3A-48EC-AD89-DF5624B14056}" srcOrd="19" destOrd="0" presId="urn:microsoft.com/office/officeart/2005/8/layout/cycle8"/>
    <dgm:cxn modelId="{296D352C-8DB4-4A3B-91AB-A6B07C480776}" type="presParOf" srcId="{09EFA5D7-5D1D-4F39-A2EF-BC349643DA65}" destId="{38CA863A-DDE2-42B6-BCF4-E3EC17CD4255}" srcOrd="20" destOrd="0" presId="urn:microsoft.com/office/officeart/2005/8/layout/cycle8"/>
    <dgm:cxn modelId="{B571D9FF-A1A3-4D8D-A674-7531586A2344}" type="presParOf" srcId="{09EFA5D7-5D1D-4F39-A2EF-BC349643DA65}" destId="{B658D24C-F428-4DE9-B142-9AEBE226E2CB}" srcOrd="21" destOrd="0" presId="urn:microsoft.com/office/officeart/2005/8/layout/cycle8"/>
    <dgm:cxn modelId="{02BC3D0F-C90B-442E-8F15-B3CE59C7423F}" type="presParOf" srcId="{09EFA5D7-5D1D-4F39-A2EF-BC349643DA65}" destId="{43E077C2-C6CF-496F-AE8E-7964BF0D55D4}" srcOrd="22" destOrd="0" presId="urn:microsoft.com/office/officeart/2005/8/layout/cycle8"/>
    <dgm:cxn modelId="{E89A4028-FA0A-4114-B381-C1AF66633EB4}" type="presParOf" srcId="{09EFA5D7-5D1D-4F39-A2EF-BC349643DA65}" destId="{4B0CA183-895A-4CF1-8DF5-3C3A9DDBDF7A}" srcOrd="23" destOrd="0" presId="urn:microsoft.com/office/officeart/2005/8/layout/cycle8"/>
    <dgm:cxn modelId="{9A14EC32-586C-4954-A6ED-DBA79B8863DB}" type="presParOf" srcId="{09EFA5D7-5D1D-4F39-A2EF-BC349643DA65}" destId="{1AAD47A6-6575-490D-8F9A-CAF3ADE4D5FE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C38617-9F6C-4166-8FE1-F146AEAA757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09F5A4F-1021-44C1-9C98-D650DC884153}">
      <dgm:prSet/>
      <dgm:spPr/>
      <dgm:t>
        <a:bodyPr/>
        <a:lstStyle/>
        <a:p>
          <a:pPr>
            <a:defRPr cap="all"/>
          </a:pPr>
          <a:r>
            <a:rPr lang="en-US"/>
            <a:t>• Verified, safe, and authentic collaboration</a:t>
          </a:r>
        </a:p>
      </dgm:t>
    </dgm:pt>
    <dgm:pt modelId="{DDAE45E8-8DFC-4733-B6B0-ED24ECBD16EB}" type="parTrans" cxnId="{AAE3E947-7631-4E36-956A-038E863FB247}">
      <dgm:prSet/>
      <dgm:spPr/>
      <dgm:t>
        <a:bodyPr/>
        <a:lstStyle/>
        <a:p>
          <a:endParaRPr lang="en-US"/>
        </a:p>
      </dgm:t>
    </dgm:pt>
    <dgm:pt modelId="{2FDB44AE-02DD-476A-AD23-F6084578EF5D}" type="sibTrans" cxnId="{AAE3E947-7631-4E36-956A-038E863FB247}">
      <dgm:prSet/>
      <dgm:spPr/>
      <dgm:t>
        <a:bodyPr/>
        <a:lstStyle/>
        <a:p>
          <a:endParaRPr lang="en-US"/>
        </a:p>
      </dgm:t>
    </dgm:pt>
    <dgm:pt modelId="{12941B53-1A10-49CD-B95A-D39936D2458E}">
      <dgm:prSet/>
      <dgm:spPr/>
      <dgm:t>
        <a:bodyPr/>
        <a:lstStyle/>
        <a:p>
          <a:pPr>
            <a:defRPr cap="all"/>
          </a:pPr>
          <a:r>
            <a:rPr lang="en-US"/>
            <a:t>• Vetted opportunities and trusted connections</a:t>
          </a:r>
        </a:p>
      </dgm:t>
    </dgm:pt>
    <dgm:pt modelId="{1C0DA5B8-91B6-4468-AA60-A255A1D8B8DE}" type="parTrans" cxnId="{0FF85E1B-7C12-41CA-BF7B-B2EC708CA1BC}">
      <dgm:prSet/>
      <dgm:spPr/>
      <dgm:t>
        <a:bodyPr/>
        <a:lstStyle/>
        <a:p>
          <a:endParaRPr lang="en-US"/>
        </a:p>
      </dgm:t>
    </dgm:pt>
    <dgm:pt modelId="{FB9CE098-90C9-42A7-A784-DB253B9324D2}" type="sibTrans" cxnId="{0FF85E1B-7C12-41CA-BF7B-B2EC708CA1BC}">
      <dgm:prSet/>
      <dgm:spPr/>
      <dgm:t>
        <a:bodyPr/>
        <a:lstStyle/>
        <a:p>
          <a:endParaRPr lang="en-US"/>
        </a:p>
      </dgm:t>
    </dgm:pt>
    <dgm:pt modelId="{CA8DFEE4-8055-42B9-B52A-699540E255C5}">
      <dgm:prSet/>
      <dgm:spPr/>
      <dgm:t>
        <a:bodyPr/>
        <a:lstStyle/>
        <a:p>
          <a:pPr>
            <a:defRPr cap="all"/>
          </a:pPr>
          <a:r>
            <a:rPr lang="en-US"/>
            <a:t>• Scalable for multiple universities</a:t>
          </a:r>
        </a:p>
      </dgm:t>
    </dgm:pt>
    <dgm:pt modelId="{CFEAE06C-726C-433C-AA3D-7D3D823D4A06}" type="parTrans" cxnId="{24959A54-268C-40C5-BE06-34B55F198C82}">
      <dgm:prSet/>
      <dgm:spPr/>
      <dgm:t>
        <a:bodyPr/>
        <a:lstStyle/>
        <a:p>
          <a:endParaRPr lang="en-US"/>
        </a:p>
      </dgm:t>
    </dgm:pt>
    <dgm:pt modelId="{0EEA859C-9047-44A2-B243-2A2ABA8BD3DC}" type="sibTrans" cxnId="{24959A54-268C-40C5-BE06-34B55F198C82}">
      <dgm:prSet/>
      <dgm:spPr/>
      <dgm:t>
        <a:bodyPr/>
        <a:lstStyle/>
        <a:p>
          <a:endParaRPr lang="en-US"/>
        </a:p>
      </dgm:t>
    </dgm:pt>
    <dgm:pt modelId="{E2672149-1E4E-4060-A3B8-1987C9EC8B21}">
      <dgm:prSet/>
      <dgm:spPr/>
      <dgm:t>
        <a:bodyPr/>
        <a:lstStyle/>
        <a:p>
          <a:pPr>
            <a:defRPr cap="all"/>
          </a:pPr>
          <a:r>
            <a:rPr lang="en-US"/>
            <a:t>• Encourages innovation within campus ecosystems</a:t>
          </a:r>
        </a:p>
      </dgm:t>
    </dgm:pt>
    <dgm:pt modelId="{80FC1137-8345-40CC-B89E-0D6E02CE8C99}" type="parTrans" cxnId="{24BF256A-41AF-413F-9888-35D2B2910CB0}">
      <dgm:prSet/>
      <dgm:spPr/>
      <dgm:t>
        <a:bodyPr/>
        <a:lstStyle/>
        <a:p>
          <a:endParaRPr lang="en-US"/>
        </a:p>
      </dgm:t>
    </dgm:pt>
    <dgm:pt modelId="{114EE389-7401-4572-B0BE-BB4C61F877BC}" type="sibTrans" cxnId="{24BF256A-41AF-413F-9888-35D2B2910CB0}">
      <dgm:prSet/>
      <dgm:spPr/>
      <dgm:t>
        <a:bodyPr/>
        <a:lstStyle/>
        <a:p>
          <a:endParaRPr lang="en-US"/>
        </a:p>
      </dgm:t>
    </dgm:pt>
    <dgm:pt modelId="{1B4CB90D-8BFE-4396-A38E-9AA65812942B}" type="pres">
      <dgm:prSet presAssocID="{9FC38617-9F6C-4166-8FE1-F146AEAA7574}" presName="root" presStyleCnt="0">
        <dgm:presLayoutVars>
          <dgm:dir/>
          <dgm:resizeHandles val="exact"/>
        </dgm:presLayoutVars>
      </dgm:prSet>
      <dgm:spPr/>
    </dgm:pt>
    <dgm:pt modelId="{3FE5053B-3C13-487A-AC9D-9941C0431769}" type="pres">
      <dgm:prSet presAssocID="{A09F5A4F-1021-44C1-9C98-D650DC884153}" presName="compNode" presStyleCnt="0"/>
      <dgm:spPr/>
    </dgm:pt>
    <dgm:pt modelId="{20512EF1-CC25-45A9-B89F-4E234E115734}" type="pres">
      <dgm:prSet presAssocID="{A09F5A4F-1021-44C1-9C98-D650DC884153}" presName="iconBgRect" presStyleLbl="bgShp" presStyleIdx="0" presStyleCnt="4"/>
      <dgm:spPr/>
    </dgm:pt>
    <dgm:pt modelId="{877B97B3-036D-46EA-ABBD-89F12C979C85}" type="pres">
      <dgm:prSet presAssocID="{A09F5A4F-1021-44C1-9C98-D650DC88415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064E502-68F1-4A45-9144-EE2DA5AA27AC}" type="pres">
      <dgm:prSet presAssocID="{A09F5A4F-1021-44C1-9C98-D650DC884153}" presName="spaceRect" presStyleCnt="0"/>
      <dgm:spPr/>
    </dgm:pt>
    <dgm:pt modelId="{387EC2B9-A61F-416E-B144-0D660CFCADD5}" type="pres">
      <dgm:prSet presAssocID="{A09F5A4F-1021-44C1-9C98-D650DC884153}" presName="textRect" presStyleLbl="revTx" presStyleIdx="0" presStyleCnt="4">
        <dgm:presLayoutVars>
          <dgm:chMax val="1"/>
          <dgm:chPref val="1"/>
        </dgm:presLayoutVars>
      </dgm:prSet>
      <dgm:spPr/>
    </dgm:pt>
    <dgm:pt modelId="{E9129C32-C326-4AF9-B87D-C3F136ED20EC}" type="pres">
      <dgm:prSet presAssocID="{2FDB44AE-02DD-476A-AD23-F6084578EF5D}" presName="sibTrans" presStyleCnt="0"/>
      <dgm:spPr/>
    </dgm:pt>
    <dgm:pt modelId="{1BEC1F8A-4C18-4DF5-8B19-123BBD6202BF}" type="pres">
      <dgm:prSet presAssocID="{12941B53-1A10-49CD-B95A-D39936D2458E}" presName="compNode" presStyleCnt="0"/>
      <dgm:spPr/>
    </dgm:pt>
    <dgm:pt modelId="{E748F7C6-7C70-4D4A-96BF-6EDE1D4BF3DC}" type="pres">
      <dgm:prSet presAssocID="{12941B53-1A10-49CD-B95A-D39936D2458E}" presName="iconBgRect" presStyleLbl="bgShp" presStyleIdx="1" presStyleCnt="4"/>
      <dgm:spPr/>
    </dgm:pt>
    <dgm:pt modelId="{9C0F3F88-0D18-404D-87F0-E8F684E60FFC}" type="pres">
      <dgm:prSet presAssocID="{12941B53-1A10-49CD-B95A-D39936D245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B003352E-7316-46FB-B92D-93EE90A70758}" type="pres">
      <dgm:prSet presAssocID="{12941B53-1A10-49CD-B95A-D39936D2458E}" presName="spaceRect" presStyleCnt="0"/>
      <dgm:spPr/>
    </dgm:pt>
    <dgm:pt modelId="{5B60582C-6039-4E44-B4C3-626F34B45502}" type="pres">
      <dgm:prSet presAssocID="{12941B53-1A10-49CD-B95A-D39936D2458E}" presName="textRect" presStyleLbl="revTx" presStyleIdx="1" presStyleCnt="4">
        <dgm:presLayoutVars>
          <dgm:chMax val="1"/>
          <dgm:chPref val="1"/>
        </dgm:presLayoutVars>
      </dgm:prSet>
      <dgm:spPr/>
    </dgm:pt>
    <dgm:pt modelId="{E543A0B2-C703-4564-83A8-006CBF2F6855}" type="pres">
      <dgm:prSet presAssocID="{FB9CE098-90C9-42A7-A784-DB253B9324D2}" presName="sibTrans" presStyleCnt="0"/>
      <dgm:spPr/>
    </dgm:pt>
    <dgm:pt modelId="{7705E1A6-48CC-43D4-A30A-F0521F67EF34}" type="pres">
      <dgm:prSet presAssocID="{CA8DFEE4-8055-42B9-B52A-699540E255C5}" presName="compNode" presStyleCnt="0"/>
      <dgm:spPr/>
    </dgm:pt>
    <dgm:pt modelId="{1AB4DE13-4740-4005-A5C4-59675E46EC9F}" type="pres">
      <dgm:prSet presAssocID="{CA8DFEE4-8055-42B9-B52A-699540E255C5}" presName="iconBgRect" presStyleLbl="bgShp" presStyleIdx="2" presStyleCnt="4"/>
      <dgm:spPr/>
    </dgm:pt>
    <dgm:pt modelId="{AE7BEC88-3FAF-4027-BD1D-606EBD806C18}" type="pres">
      <dgm:prSet presAssocID="{CA8DFEE4-8055-42B9-B52A-699540E255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95DF9831-81BE-4338-9097-FD416851E41D}" type="pres">
      <dgm:prSet presAssocID="{CA8DFEE4-8055-42B9-B52A-699540E255C5}" presName="spaceRect" presStyleCnt="0"/>
      <dgm:spPr/>
    </dgm:pt>
    <dgm:pt modelId="{D1C16D34-E4C2-4FF4-AC59-813B05ED7FA6}" type="pres">
      <dgm:prSet presAssocID="{CA8DFEE4-8055-42B9-B52A-699540E255C5}" presName="textRect" presStyleLbl="revTx" presStyleIdx="2" presStyleCnt="4">
        <dgm:presLayoutVars>
          <dgm:chMax val="1"/>
          <dgm:chPref val="1"/>
        </dgm:presLayoutVars>
      </dgm:prSet>
      <dgm:spPr/>
    </dgm:pt>
    <dgm:pt modelId="{A1D91794-30E6-414E-86BA-364C2A2C9DAC}" type="pres">
      <dgm:prSet presAssocID="{0EEA859C-9047-44A2-B243-2A2ABA8BD3DC}" presName="sibTrans" presStyleCnt="0"/>
      <dgm:spPr/>
    </dgm:pt>
    <dgm:pt modelId="{D9208F75-887E-4CAD-BED1-A0B081C4CDB3}" type="pres">
      <dgm:prSet presAssocID="{E2672149-1E4E-4060-A3B8-1987C9EC8B21}" presName="compNode" presStyleCnt="0"/>
      <dgm:spPr/>
    </dgm:pt>
    <dgm:pt modelId="{8271D5D5-FA6C-4E63-A23C-526690A1959B}" type="pres">
      <dgm:prSet presAssocID="{E2672149-1E4E-4060-A3B8-1987C9EC8B21}" presName="iconBgRect" presStyleLbl="bgShp" presStyleIdx="3" presStyleCnt="4"/>
      <dgm:spPr/>
    </dgm:pt>
    <dgm:pt modelId="{45DBE1FB-D86F-4D2F-8CBE-58264DED6061}" type="pres">
      <dgm:prSet presAssocID="{E2672149-1E4E-4060-A3B8-1987C9EC8B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36BFA19A-E6C5-4350-A815-3DC6D96D84C3}" type="pres">
      <dgm:prSet presAssocID="{E2672149-1E4E-4060-A3B8-1987C9EC8B21}" presName="spaceRect" presStyleCnt="0"/>
      <dgm:spPr/>
    </dgm:pt>
    <dgm:pt modelId="{E90F3BD0-EA74-4FF5-B5AB-2C7FF9B93775}" type="pres">
      <dgm:prSet presAssocID="{E2672149-1E4E-4060-A3B8-1987C9EC8B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FF85E1B-7C12-41CA-BF7B-B2EC708CA1BC}" srcId="{9FC38617-9F6C-4166-8FE1-F146AEAA7574}" destId="{12941B53-1A10-49CD-B95A-D39936D2458E}" srcOrd="1" destOrd="0" parTransId="{1C0DA5B8-91B6-4468-AA60-A255A1D8B8DE}" sibTransId="{FB9CE098-90C9-42A7-A784-DB253B9324D2}"/>
    <dgm:cxn modelId="{6A8ABD2D-FD80-4405-AF7A-E2176B5B9831}" type="presOf" srcId="{12941B53-1A10-49CD-B95A-D39936D2458E}" destId="{5B60582C-6039-4E44-B4C3-626F34B45502}" srcOrd="0" destOrd="0" presId="urn:microsoft.com/office/officeart/2018/5/layout/IconCircleLabelList"/>
    <dgm:cxn modelId="{9AFAFE42-708A-4F05-B17C-D33FAC409FE5}" type="presOf" srcId="{9FC38617-9F6C-4166-8FE1-F146AEAA7574}" destId="{1B4CB90D-8BFE-4396-A38E-9AA65812942B}" srcOrd="0" destOrd="0" presId="urn:microsoft.com/office/officeart/2018/5/layout/IconCircleLabelList"/>
    <dgm:cxn modelId="{AAE3E947-7631-4E36-956A-038E863FB247}" srcId="{9FC38617-9F6C-4166-8FE1-F146AEAA7574}" destId="{A09F5A4F-1021-44C1-9C98-D650DC884153}" srcOrd="0" destOrd="0" parTransId="{DDAE45E8-8DFC-4733-B6B0-ED24ECBD16EB}" sibTransId="{2FDB44AE-02DD-476A-AD23-F6084578EF5D}"/>
    <dgm:cxn modelId="{24BF256A-41AF-413F-9888-35D2B2910CB0}" srcId="{9FC38617-9F6C-4166-8FE1-F146AEAA7574}" destId="{E2672149-1E4E-4060-A3B8-1987C9EC8B21}" srcOrd="3" destOrd="0" parTransId="{80FC1137-8345-40CC-B89E-0D6E02CE8C99}" sibTransId="{114EE389-7401-4572-B0BE-BB4C61F877BC}"/>
    <dgm:cxn modelId="{24959A54-268C-40C5-BE06-34B55F198C82}" srcId="{9FC38617-9F6C-4166-8FE1-F146AEAA7574}" destId="{CA8DFEE4-8055-42B9-B52A-699540E255C5}" srcOrd="2" destOrd="0" parTransId="{CFEAE06C-726C-433C-AA3D-7D3D823D4A06}" sibTransId="{0EEA859C-9047-44A2-B243-2A2ABA8BD3DC}"/>
    <dgm:cxn modelId="{FA59E189-C1CE-436F-899F-6C6AB4D09F1A}" type="presOf" srcId="{CA8DFEE4-8055-42B9-B52A-699540E255C5}" destId="{D1C16D34-E4C2-4FF4-AC59-813B05ED7FA6}" srcOrd="0" destOrd="0" presId="urn:microsoft.com/office/officeart/2018/5/layout/IconCircleLabelList"/>
    <dgm:cxn modelId="{BF009DB1-65A5-4A7D-9CD0-EA8BC2D4A313}" type="presOf" srcId="{E2672149-1E4E-4060-A3B8-1987C9EC8B21}" destId="{E90F3BD0-EA74-4FF5-B5AB-2C7FF9B93775}" srcOrd="0" destOrd="0" presId="urn:microsoft.com/office/officeart/2018/5/layout/IconCircleLabelList"/>
    <dgm:cxn modelId="{6D737AFF-09A6-426C-AFD4-C7A083EBCDC2}" type="presOf" srcId="{A09F5A4F-1021-44C1-9C98-D650DC884153}" destId="{387EC2B9-A61F-416E-B144-0D660CFCADD5}" srcOrd="0" destOrd="0" presId="urn:microsoft.com/office/officeart/2018/5/layout/IconCircleLabelList"/>
    <dgm:cxn modelId="{44EA2368-0610-4B9B-87BA-D1C3B77B0D0E}" type="presParOf" srcId="{1B4CB90D-8BFE-4396-A38E-9AA65812942B}" destId="{3FE5053B-3C13-487A-AC9D-9941C0431769}" srcOrd="0" destOrd="0" presId="urn:microsoft.com/office/officeart/2018/5/layout/IconCircleLabelList"/>
    <dgm:cxn modelId="{82E7A60C-C9CE-4A9D-9CF5-715AFF8C2A88}" type="presParOf" srcId="{3FE5053B-3C13-487A-AC9D-9941C0431769}" destId="{20512EF1-CC25-45A9-B89F-4E234E115734}" srcOrd="0" destOrd="0" presId="urn:microsoft.com/office/officeart/2018/5/layout/IconCircleLabelList"/>
    <dgm:cxn modelId="{F14F2B00-C08A-4735-A685-73D697F23BAE}" type="presParOf" srcId="{3FE5053B-3C13-487A-AC9D-9941C0431769}" destId="{877B97B3-036D-46EA-ABBD-89F12C979C85}" srcOrd="1" destOrd="0" presId="urn:microsoft.com/office/officeart/2018/5/layout/IconCircleLabelList"/>
    <dgm:cxn modelId="{A76681E7-BD8E-4DB9-9500-3C5A027CD54A}" type="presParOf" srcId="{3FE5053B-3C13-487A-AC9D-9941C0431769}" destId="{A064E502-68F1-4A45-9144-EE2DA5AA27AC}" srcOrd="2" destOrd="0" presId="urn:microsoft.com/office/officeart/2018/5/layout/IconCircleLabelList"/>
    <dgm:cxn modelId="{74E71C4C-389A-4937-A2E5-706EEBA136F0}" type="presParOf" srcId="{3FE5053B-3C13-487A-AC9D-9941C0431769}" destId="{387EC2B9-A61F-416E-B144-0D660CFCADD5}" srcOrd="3" destOrd="0" presId="urn:microsoft.com/office/officeart/2018/5/layout/IconCircleLabelList"/>
    <dgm:cxn modelId="{7B054506-1632-4443-A8E8-94BF0B73D542}" type="presParOf" srcId="{1B4CB90D-8BFE-4396-A38E-9AA65812942B}" destId="{E9129C32-C326-4AF9-B87D-C3F136ED20EC}" srcOrd="1" destOrd="0" presId="urn:microsoft.com/office/officeart/2018/5/layout/IconCircleLabelList"/>
    <dgm:cxn modelId="{93D3DCA5-15A9-4D6B-89FD-6F8839FEB11E}" type="presParOf" srcId="{1B4CB90D-8BFE-4396-A38E-9AA65812942B}" destId="{1BEC1F8A-4C18-4DF5-8B19-123BBD6202BF}" srcOrd="2" destOrd="0" presId="urn:microsoft.com/office/officeart/2018/5/layout/IconCircleLabelList"/>
    <dgm:cxn modelId="{B584EA48-5627-4905-8470-0A22DED212C8}" type="presParOf" srcId="{1BEC1F8A-4C18-4DF5-8B19-123BBD6202BF}" destId="{E748F7C6-7C70-4D4A-96BF-6EDE1D4BF3DC}" srcOrd="0" destOrd="0" presId="urn:microsoft.com/office/officeart/2018/5/layout/IconCircleLabelList"/>
    <dgm:cxn modelId="{1CF5DBB0-19EB-46B3-BE67-B97E12A99301}" type="presParOf" srcId="{1BEC1F8A-4C18-4DF5-8B19-123BBD6202BF}" destId="{9C0F3F88-0D18-404D-87F0-E8F684E60FFC}" srcOrd="1" destOrd="0" presId="urn:microsoft.com/office/officeart/2018/5/layout/IconCircleLabelList"/>
    <dgm:cxn modelId="{5417480C-CB3A-43A7-9C0E-B64A0375122D}" type="presParOf" srcId="{1BEC1F8A-4C18-4DF5-8B19-123BBD6202BF}" destId="{B003352E-7316-46FB-B92D-93EE90A70758}" srcOrd="2" destOrd="0" presId="urn:microsoft.com/office/officeart/2018/5/layout/IconCircleLabelList"/>
    <dgm:cxn modelId="{1591CEC7-73A7-4029-BFD3-69BC87279975}" type="presParOf" srcId="{1BEC1F8A-4C18-4DF5-8B19-123BBD6202BF}" destId="{5B60582C-6039-4E44-B4C3-626F34B45502}" srcOrd="3" destOrd="0" presId="urn:microsoft.com/office/officeart/2018/5/layout/IconCircleLabelList"/>
    <dgm:cxn modelId="{6E2F934C-CA4E-4034-8E9F-73F86B406834}" type="presParOf" srcId="{1B4CB90D-8BFE-4396-A38E-9AA65812942B}" destId="{E543A0B2-C703-4564-83A8-006CBF2F6855}" srcOrd="3" destOrd="0" presId="urn:microsoft.com/office/officeart/2018/5/layout/IconCircleLabelList"/>
    <dgm:cxn modelId="{BC412734-D818-4873-891F-A66B3C5A1923}" type="presParOf" srcId="{1B4CB90D-8BFE-4396-A38E-9AA65812942B}" destId="{7705E1A6-48CC-43D4-A30A-F0521F67EF34}" srcOrd="4" destOrd="0" presId="urn:microsoft.com/office/officeart/2018/5/layout/IconCircleLabelList"/>
    <dgm:cxn modelId="{17001464-4F7C-484F-8C5C-0CEF3BA09C98}" type="presParOf" srcId="{7705E1A6-48CC-43D4-A30A-F0521F67EF34}" destId="{1AB4DE13-4740-4005-A5C4-59675E46EC9F}" srcOrd="0" destOrd="0" presId="urn:microsoft.com/office/officeart/2018/5/layout/IconCircleLabelList"/>
    <dgm:cxn modelId="{506712D2-3739-46A5-961C-A6815F8BEC62}" type="presParOf" srcId="{7705E1A6-48CC-43D4-A30A-F0521F67EF34}" destId="{AE7BEC88-3FAF-4027-BD1D-606EBD806C18}" srcOrd="1" destOrd="0" presId="urn:microsoft.com/office/officeart/2018/5/layout/IconCircleLabelList"/>
    <dgm:cxn modelId="{757702DC-9994-4902-989A-50E58FB44ACD}" type="presParOf" srcId="{7705E1A6-48CC-43D4-A30A-F0521F67EF34}" destId="{95DF9831-81BE-4338-9097-FD416851E41D}" srcOrd="2" destOrd="0" presId="urn:microsoft.com/office/officeart/2018/5/layout/IconCircleLabelList"/>
    <dgm:cxn modelId="{D14B5142-8748-4157-81B5-7C729976926E}" type="presParOf" srcId="{7705E1A6-48CC-43D4-A30A-F0521F67EF34}" destId="{D1C16D34-E4C2-4FF4-AC59-813B05ED7FA6}" srcOrd="3" destOrd="0" presId="urn:microsoft.com/office/officeart/2018/5/layout/IconCircleLabelList"/>
    <dgm:cxn modelId="{31EC880E-1C6A-490D-9510-F07D7F5B6B37}" type="presParOf" srcId="{1B4CB90D-8BFE-4396-A38E-9AA65812942B}" destId="{A1D91794-30E6-414E-86BA-364C2A2C9DAC}" srcOrd="5" destOrd="0" presId="urn:microsoft.com/office/officeart/2018/5/layout/IconCircleLabelList"/>
    <dgm:cxn modelId="{7D3AD46D-F5C0-48A2-A3B7-FB7B964C3759}" type="presParOf" srcId="{1B4CB90D-8BFE-4396-A38E-9AA65812942B}" destId="{D9208F75-887E-4CAD-BED1-A0B081C4CDB3}" srcOrd="6" destOrd="0" presId="urn:microsoft.com/office/officeart/2018/5/layout/IconCircleLabelList"/>
    <dgm:cxn modelId="{8DBD618B-43C2-4655-AD91-6F90D75D4925}" type="presParOf" srcId="{D9208F75-887E-4CAD-BED1-A0B081C4CDB3}" destId="{8271D5D5-FA6C-4E63-A23C-526690A1959B}" srcOrd="0" destOrd="0" presId="urn:microsoft.com/office/officeart/2018/5/layout/IconCircleLabelList"/>
    <dgm:cxn modelId="{F5355AE4-AD83-4954-9EB9-63D0BCF21D4F}" type="presParOf" srcId="{D9208F75-887E-4CAD-BED1-A0B081C4CDB3}" destId="{45DBE1FB-D86F-4D2F-8CBE-58264DED6061}" srcOrd="1" destOrd="0" presId="urn:microsoft.com/office/officeart/2018/5/layout/IconCircleLabelList"/>
    <dgm:cxn modelId="{BAAF5A55-4B26-4FF2-B85D-FC1BC3EB1E96}" type="presParOf" srcId="{D9208F75-887E-4CAD-BED1-A0B081C4CDB3}" destId="{36BFA19A-E6C5-4350-A815-3DC6D96D84C3}" srcOrd="2" destOrd="0" presId="urn:microsoft.com/office/officeart/2018/5/layout/IconCircleLabelList"/>
    <dgm:cxn modelId="{5A81B8B8-5D56-4EC2-9D62-FC7C33B1F153}" type="presParOf" srcId="{D9208F75-887E-4CAD-BED1-A0B081C4CDB3}" destId="{E90F3BD0-EA74-4FF5-B5AB-2C7FF9B9377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BD4E0-6140-4BA7-AA6D-6D979541563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B213A-EBFD-47FD-BD8E-ABB7F6119C70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University Talent Finder Platform</a:t>
          </a:r>
        </a:p>
      </dsp:txBody>
      <dsp:txXfrm>
        <a:off x="78583" y="2435142"/>
        <a:ext cx="2399612" cy="720000"/>
      </dsp:txXfrm>
    </dsp:sp>
    <dsp:sp modelId="{2F2E6C88-06B0-4E17-9FCE-56162E338B5E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84BB9-3CA9-4C14-A0DD-842C4E180B3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role-based networking and opportunity discovery system for students.</a:t>
          </a:r>
        </a:p>
      </dsp:txBody>
      <dsp:txXfrm>
        <a:off x="2898129" y="2435142"/>
        <a:ext cx="2399612" cy="720000"/>
      </dsp:txXfrm>
    </dsp:sp>
    <dsp:sp modelId="{829786D7-38D5-4EC3-9CD5-DC54E167F27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C4025-C6FB-48D0-9D6A-C5C13E04FC8E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Ensures verified users, moderated content, and structured collaboration.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2951C-C1FB-4E60-ABFA-1C5F42382B63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1AB79-D7D4-48EA-99FE-0AA479B2E53A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7955A-1E40-4649-A8E9-60379EAC78EA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Frontend: React + Tailwind CSS + Vite</a:t>
          </a:r>
        </a:p>
      </dsp:txBody>
      <dsp:txXfrm>
        <a:off x="1612357" y="28723"/>
        <a:ext cx="2301898" cy="976563"/>
      </dsp:txXfrm>
    </dsp:sp>
    <dsp:sp modelId="{060FCCC1-E9D0-4517-988C-EA82667D781D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5AB75-63F5-4BBC-B267-1A981BF4EB80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902A-3499-4DBD-80BF-64B14610A556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Backend: Node.js + Express.js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Media: cloudinary</a:t>
          </a:r>
        </a:p>
      </dsp:txBody>
      <dsp:txXfrm>
        <a:off x="5501170" y="28723"/>
        <a:ext cx="2301898" cy="976563"/>
      </dsp:txXfrm>
    </dsp:sp>
    <dsp:sp modelId="{B390151D-FE49-4DE2-A57B-940FBE4EC0C5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D1C90-6161-4D38-8994-AFDDE6E61DA7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81D84-57E0-409C-9ACC-5A30EBF20A84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Database: MongoDB (Mongoose)</a:t>
          </a:r>
        </a:p>
      </dsp:txBody>
      <dsp:txXfrm>
        <a:off x="1612357" y="1774700"/>
        <a:ext cx="2301898" cy="976563"/>
      </dsp:txXfrm>
    </dsp:sp>
    <dsp:sp modelId="{C6F55AD0-7E02-469E-8E17-E24A33B2A808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6F4BA-E606-43EB-A281-620D5D29FB0F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02C8E-F946-47AC-A151-25F5A6604552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Auth: JWT + Google OAuth + Nodemailer (OTP)</a:t>
          </a:r>
        </a:p>
      </dsp:txBody>
      <dsp:txXfrm>
        <a:off x="5501170" y="1774700"/>
        <a:ext cx="2301898" cy="976563"/>
      </dsp:txXfrm>
    </dsp:sp>
    <dsp:sp modelId="{9D333F26-2FCF-469A-94D3-674624A9718A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FB952-7DCC-46D0-86B2-BDB4E48BB7A1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8BC3D-AE8C-4C17-85E1-34B1F3BA4C64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Real-time: Socket.IO</a:t>
          </a:r>
        </a:p>
      </dsp:txBody>
      <dsp:txXfrm>
        <a:off x="1612357" y="3520676"/>
        <a:ext cx="2301898" cy="976563"/>
      </dsp:txXfrm>
    </dsp:sp>
    <dsp:sp modelId="{A65A6587-9440-4AD8-8B06-7DE67B5381AA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24EA3-8210-411A-B0B7-91B5DE3DCA30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47686-40D6-4DB2-B21A-B20AE9F7664F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Hosting: Vercel (Frontend) + Render (Backend)</a:t>
          </a:r>
        </a:p>
      </dsp:txBody>
      <dsp:txXfrm>
        <a:off x="5501170" y="3520676"/>
        <a:ext cx="2301898" cy="976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1790E-7AD2-4208-8738-83551ABC7EAE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D57B1-513F-445D-9A21-3451691A54AF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2EBEF-F9E8-4529-B91A-80EB41C3FCA4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Authenticity: Verified university members only</a:t>
          </a:r>
        </a:p>
      </dsp:txBody>
      <dsp:txXfrm>
        <a:off x="1099610" y="1878"/>
        <a:ext cx="7129989" cy="952043"/>
      </dsp:txXfrm>
    </dsp:sp>
    <dsp:sp modelId="{5728C347-40A1-4F25-8A6D-199AB39DCF9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D5E46-48F8-451B-BBFD-364E4AE914BD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DA731-8F5D-4793-BEBD-35FA9A1EE734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Safety: Admin-moderated content approval</a:t>
          </a:r>
        </a:p>
      </dsp:txBody>
      <dsp:txXfrm>
        <a:off x="1099610" y="1191932"/>
        <a:ext cx="7129989" cy="952043"/>
      </dsp:txXfrm>
    </dsp:sp>
    <dsp:sp modelId="{3755C71C-A2B8-467E-A123-E16A07088895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7DDB2-C13F-4718-80D6-383AFECB0BA2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71C91-D960-411C-B84B-C21D979F8CB5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Scalability: Multi-university modular hierarchy</a:t>
          </a:r>
        </a:p>
      </dsp:txBody>
      <dsp:txXfrm>
        <a:off x="1099610" y="2381986"/>
        <a:ext cx="7129989" cy="952043"/>
      </dsp:txXfrm>
    </dsp:sp>
    <dsp:sp modelId="{A929B4CF-735E-4237-A20B-3802A643C0D7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CDCD2-536F-421A-AB42-2CBFE9A0A6A1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1FE73-4DED-451F-AC4E-50BAC8264B89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Transparency: Clear approval statuses and visibility rules</a:t>
          </a:r>
        </a:p>
      </dsp:txBody>
      <dsp:txXfrm>
        <a:off x="1099610" y="3572041"/>
        <a:ext cx="7129989" cy="952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84D08-A52D-4722-BB14-555DA032C4C0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6061B-7814-49DD-A028-E2F72FE8B3E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0B3A8-1B16-45A4-B24E-DEA6FB712A38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Master Admin: Platform owner, manages universities and admins</a:t>
          </a:r>
        </a:p>
      </dsp:txBody>
      <dsp:txXfrm>
        <a:off x="1437631" y="531"/>
        <a:ext cx="6449068" cy="1244702"/>
      </dsp:txXfrm>
    </dsp:sp>
    <dsp:sp modelId="{2043C2CC-823A-4CA8-853B-72C1C48781F2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A3880-D26F-43D0-B586-236A2FCDD148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4B9EE-8934-4678-B2E6-93C9A6DDDB89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University Admin: Approves students and posts, moderates content</a:t>
          </a:r>
        </a:p>
      </dsp:txBody>
      <dsp:txXfrm>
        <a:off x="1437631" y="1556410"/>
        <a:ext cx="6449068" cy="1244702"/>
      </dsp:txXfrm>
    </dsp:sp>
    <dsp:sp modelId="{E55E80A0-4AE0-4ED5-994D-1F273CE579EB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68F63-5674-4666-94A4-5AAAECBA4E1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CAF59-53BB-4212-BFC0-07C5B385BA5C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Student: Can join, create posts, connect, and apply to opportunities</a:t>
          </a:r>
        </a:p>
      </dsp:txBody>
      <dsp:txXfrm>
        <a:off x="1437631" y="3112289"/>
        <a:ext cx="6449068" cy="12447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AD1F1-58BB-42E6-B5BD-99B6E7F8B677}">
      <dsp:nvSpPr>
        <dsp:cNvPr id="0" name=""/>
        <dsp:cNvSpPr/>
      </dsp:nvSpPr>
      <dsp:spPr>
        <a:xfrm>
          <a:off x="431251" y="694268"/>
          <a:ext cx="3946093" cy="3946093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Email OTP verification for users</a:t>
          </a:r>
          <a:endParaRPr lang="en-US" sz="1400" kern="1200"/>
        </a:p>
      </dsp:txBody>
      <dsp:txXfrm>
        <a:off x="2489796" y="1357587"/>
        <a:ext cx="1268387" cy="845591"/>
      </dsp:txXfrm>
    </dsp:sp>
    <dsp:sp modelId="{E942FA49-647F-402C-91A4-28A86DE334A6}">
      <dsp:nvSpPr>
        <dsp:cNvPr id="0" name=""/>
        <dsp:cNvSpPr/>
      </dsp:nvSpPr>
      <dsp:spPr>
        <a:xfrm>
          <a:off x="465075" y="799497"/>
          <a:ext cx="3946093" cy="3946093"/>
        </a:xfrm>
        <a:prstGeom prst="pie">
          <a:avLst>
            <a:gd name="adj1" fmla="val 20520000"/>
            <a:gd name="adj2" fmla="val 32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Role-based access control (RBAC)</a:t>
          </a:r>
          <a:endParaRPr lang="en-US" sz="1400" kern="1200"/>
        </a:p>
      </dsp:txBody>
      <dsp:txXfrm>
        <a:off x="3006547" y="2602486"/>
        <a:ext cx="1174432" cy="939546"/>
      </dsp:txXfrm>
    </dsp:sp>
    <dsp:sp modelId="{E6F0B9E6-1B6A-49BB-AB87-C7F151C57D00}">
      <dsp:nvSpPr>
        <dsp:cNvPr id="0" name=""/>
        <dsp:cNvSpPr/>
      </dsp:nvSpPr>
      <dsp:spPr>
        <a:xfrm>
          <a:off x="375818" y="864326"/>
          <a:ext cx="3946093" cy="3946093"/>
        </a:xfrm>
        <a:prstGeom prst="pie">
          <a:avLst>
            <a:gd name="adj1" fmla="val 3240000"/>
            <a:gd name="adj2" fmla="val 756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University data isolation</a:t>
          </a:r>
          <a:endParaRPr lang="en-US" sz="1400" kern="1200"/>
        </a:p>
      </dsp:txBody>
      <dsp:txXfrm>
        <a:off x="1785137" y="3635987"/>
        <a:ext cx="1127455" cy="1033500"/>
      </dsp:txXfrm>
    </dsp:sp>
    <dsp:sp modelId="{A5299F0B-CAEA-48EC-A7E3-9F187A2F76BE}">
      <dsp:nvSpPr>
        <dsp:cNvPr id="0" name=""/>
        <dsp:cNvSpPr/>
      </dsp:nvSpPr>
      <dsp:spPr>
        <a:xfrm>
          <a:off x="286561" y="799497"/>
          <a:ext cx="3946093" cy="3946093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Soft deletion for recoverability</a:t>
          </a:r>
          <a:endParaRPr lang="en-US" sz="1400" kern="1200"/>
        </a:p>
      </dsp:txBody>
      <dsp:txXfrm>
        <a:off x="516750" y="2602486"/>
        <a:ext cx="1174432" cy="939546"/>
      </dsp:txXfrm>
    </dsp:sp>
    <dsp:sp modelId="{70C225E3-EA3E-4B14-A385-525ACD2B7E56}">
      <dsp:nvSpPr>
        <dsp:cNvPr id="0" name=""/>
        <dsp:cNvSpPr/>
      </dsp:nvSpPr>
      <dsp:spPr>
        <a:xfrm>
          <a:off x="320385" y="694268"/>
          <a:ext cx="3946093" cy="3946093"/>
        </a:xfrm>
        <a:prstGeom prst="pie">
          <a:avLst>
            <a:gd name="adj1" fmla="val 1188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Timestamps and traceability for all database actions</a:t>
          </a:r>
          <a:endParaRPr lang="en-US" sz="1400" kern="1200"/>
        </a:p>
      </dsp:txBody>
      <dsp:txXfrm>
        <a:off x="939545" y="1357587"/>
        <a:ext cx="1268387" cy="845591"/>
      </dsp:txXfrm>
    </dsp:sp>
    <dsp:sp modelId="{38CA863A-DDE2-42B6-BCF4-E3EC17CD4255}">
      <dsp:nvSpPr>
        <dsp:cNvPr id="0" name=""/>
        <dsp:cNvSpPr/>
      </dsp:nvSpPr>
      <dsp:spPr>
        <a:xfrm>
          <a:off x="186783" y="449986"/>
          <a:ext cx="4434657" cy="4434657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8D24C-F428-4DE9-B142-9AEBE226E2CB}">
      <dsp:nvSpPr>
        <dsp:cNvPr id="0" name=""/>
        <dsp:cNvSpPr/>
      </dsp:nvSpPr>
      <dsp:spPr>
        <a:xfrm>
          <a:off x="221065" y="555181"/>
          <a:ext cx="4434657" cy="4434657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077C2-C6CF-496F-AE8E-7964BF0D55D4}">
      <dsp:nvSpPr>
        <dsp:cNvPr id="0" name=""/>
        <dsp:cNvSpPr/>
      </dsp:nvSpPr>
      <dsp:spPr>
        <a:xfrm>
          <a:off x="131536" y="620207"/>
          <a:ext cx="4434657" cy="4434657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CA183-895A-4CF1-8DF5-3C3A9DDBDF7A}">
      <dsp:nvSpPr>
        <dsp:cNvPr id="0" name=""/>
        <dsp:cNvSpPr/>
      </dsp:nvSpPr>
      <dsp:spPr>
        <a:xfrm>
          <a:off x="42006" y="555181"/>
          <a:ext cx="4434657" cy="4434657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D47A6-6575-490D-8F9A-CAF3ADE4D5FE}">
      <dsp:nvSpPr>
        <dsp:cNvPr id="0" name=""/>
        <dsp:cNvSpPr/>
      </dsp:nvSpPr>
      <dsp:spPr>
        <a:xfrm>
          <a:off x="76289" y="449986"/>
          <a:ext cx="4434657" cy="4434657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12EF1-CC25-45A9-B89F-4E234E115734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B97B3-036D-46EA-ABBD-89F12C979C8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EC2B9-A61F-416E-B144-0D660CFCADD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Verified, safe, and authentic collaboration</a:t>
          </a:r>
        </a:p>
      </dsp:txBody>
      <dsp:txXfrm>
        <a:off x="25435" y="2456402"/>
        <a:ext cx="1800000" cy="720000"/>
      </dsp:txXfrm>
    </dsp:sp>
    <dsp:sp modelId="{E748F7C6-7C70-4D4A-96BF-6EDE1D4BF3D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0F3F88-0D18-404D-87F0-E8F684E60FF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0582C-6039-4E44-B4C3-626F34B45502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Vetted opportunities and trusted connections</a:t>
          </a:r>
        </a:p>
      </dsp:txBody>
      <dsp:txXfrm>
        <a:off x="2140435" y="2456402"/>
        <a:ext cx="1800000" cy="720000"/>
      </dsp:txXfrm>
    </dsp:sp>
    <dsp:sp modelId="{1AB4DE13-4740-4005-A5C4-59675E46EC9F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BEC88-3FAF-4027-BD1D-606EBD806C1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16D34-E4C2-4FF4-AC59-813B05ED7FA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Scalable for multiple universities</a:t>
          </a:r>
        </a:p>
      </dsp:txBody>
      <dsp:txXfrm>
        <a:off x="4255435" y="2456402"/>
        <a:ext cx="1800000" cy="720000"/>
      </dsp:txXfrm>
    </dsp:sp>
    <dsp:sp modelId="{8271D5D5-FA6C-4E63-A23C-526690A1959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BE1FB-D86F-4D2F-8CBE-58264DED6061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F3BD0-EA74-4FF5-B5AB-2C7FF9B9377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Encourages innovation within campus ecosystems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EC85-E02B-DAF4-1D92-1292C451F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dirty="0"/>
              <a:t>Team Osama Bin Codin</a:t>
            </a:r>
          </a:p>
        </p:txBody>
      </p:sp>
    </p:spTree>
    <p:extLst>
      <p:ext uri="{BB962C8B-B14F-4D97-AF65-F5344CB8AC3E}">
        <p14:creationId xmlns:p14="http://schemas.microsoft.com/office/powerpoint/2010/main" val="419833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 err="1">
                <a:solidFill>
                  <a:srgbClr val="FFFFFF"/>
                </a:solidFill>
              </a:rPr>
              <a:t>CampusConnect</a:t>
            </a:r>
            <a:endParaRPr lang="en-US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BF8891-398D-33A7-EDB0-A63D47473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6152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C36F0F-B5D6-F154-DE8A-F60DF6289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0014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System Design Goals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D09B6B5-92BE-68B8-FA48-8E1BCBF23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94954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 User Roles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1C38594-60D8-840B-31C4-89DDE44BA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76698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dirty="0"/>
              <a:t>Role Hierarchy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900"/>
              <a:t>Master Admin &gt; University Admin &gt; Student</a:t>
            </a:r>
          </a:p>
          <a:p>
            <a:pPr>
              <a:defRPr sz="1800"/>
            </a:pPr>
            <a:endParaRPr lang="en-GB" sz="1900"/>
          </a:p>
          <a:p>
            <a:pPr>
              <a:defRPr sz="1800"/>
            </a:pPr>
            <a:r>
              <a:rPr lang="en-GB" sz="1900"/>
              <a:t>All Powers → University Scope → User Features</a:t>
            </a:r>
          </a:p>
          <a:p>
            <a:pPr>
              <a:defRPr sz="1800"/>
            </a:pPr>
            <a:endParaRPr lang="en-GB" sz="1900"/>
          </a:p>
          <a:p>
            <a:pPr>
              <a:defRPr sz="1800"/>
            </a:pPr>
            <a:r>
              <a:rPr lang="en-GB" sz="1900"/>
              <a:t>⚠️ Admins manage their own university only.</a:t>
            </a:r>
          </a:p>
          <a:p>
            <a:pPr>
              <a:defRPr sz="1800"/>
            </a:pPr>
            <a:r>
              <a:rPr lang="en-GB" sz="1900"/>
              <a:t>🚫 No cross-university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325" y="1729022"/>
            <a:ext cx="3465438" cy="1781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Student Registration Flow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9259DC9D-5D9E-D0A4-3E1D-9FE9484E7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214" y="229512"/>
            <a:ext cx="2169042" cy="65728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056" y="1800169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 Creation &amp; Approval Flow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047FC73-0FBA-B046-37BC-E01D7FF75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1620" y="99324"/>
            <a:ext cx="2899721" cy="6479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089"/>
            <a:ext cx="8229600" cy="1143000"/>
          </a:xfrm>
        </p:spPr>
        <p:txBody>
          <a:bodyPr/>
          <a:lstStyle/>
          <a:p>
            <a:r>
              <a:rPr lang="en-US"/>
              <a:t>System Architecture</a:t>
            </a:r>
            <a:endParaRPr lang="en-US" dirty="0"/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E1266A13-01CF-D62A-0C59-DC093B1C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564"/>
            <a:ext cx="9144000" cy="55432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Security &amp; Data Integrity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CB0CA00-387E-D994-046F-BF379F687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10277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Why This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784D3C-972A-F1BA-D997-05255A754E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46929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253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Team Osama Bin Codin</vt:lpstr>
      <vt:lpstr>CampusConnect</vt:lpstr>
      <vt:lpstr>Tech Stack Overview</vt:lpstr>
      <vt:lpstr> System Design Goals</vt:lpstr>
      <vt:lpstr> User Roles Overview</vt:lpstr>
      <vt:lpstr>Role Hierarchy</vt:lpstr>
      <vt:lpstr>Student Registration Flow</vt:lpstr>
      <vt:lpstr>Post Creation &amp; Approval Flow</vt:lpstr>
      <vt:lpstr>System Architecture</vt:lpstr>
      <vt:lpstr>Security &amp; Data Integrity</vt:lpstr>
      <vt:lpstr>Why This Matters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Waleed Ahmed</cp:lastModifiedBy>
  <cp:revision>2</cp:revision>
  <dcterms:created xsi:type="dcterms:W3CDTF">2013-01-27T09:14:16Z</dcterms:created>
  <dcterms:modified xsi:type="dcterms:W3CDTF">2025-11-02T08:22:49Z</dcterms:modified>
  <cp:category/>
</cp:coreProperties>
</file>